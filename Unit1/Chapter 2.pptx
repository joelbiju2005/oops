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26.xml"/>
  <Override ContentType="application/vnd.openxmlformats-officedocument.presentationml.slideMaster+xml" PartName="/ppt/slideMasters/slideMaster13.xml"/>
  <Override ContentType="application/vnd.openxmlformats-officedocument.presentationml.slideMaster+xml" PartName="/ppt/slideMasters/slideMaster30.xml"/>
  <Override ContentType="application/vnd.openxmlformats-officedocument.presentationml.slideMaster+xml" PartName="/ppt/slideMasters/slideMaster21.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5.xml"/>
  <Override ContentType="application/vnd.openxmlformats-officedocument.presentationml.slideMaster+xml" PartName="/ppt/slideMasters/slideMaster19.xml"/>
  <Override ContentType="application/vnd.openxmlformats-officedocument.presentationml.slideMaster+xml" PartName="/ppt/slideMasters/slideMaster12.xml"/>
  <Override ContentType="application/vnd.openxmlformats-officedocument.presentationml.slideMaster+xml" PartName="/ppt/slideMasters/slideMaster28.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20.xml"/>
  <Override ContentType="application/vnd.openxmlformats-officedocument.presentationml.slideMaster+xml" PartName="/ppt/slideMasters/slideMaster2.xml"/>
  <Override ContentType="application/vnd.openxmlformats-officedocument.presentationml.slideMaster+xml" PartName="/ppt/slideMasters/slideMaster24.xml"/>
  <Override ContentType="application/vnd.openxmlformats-officedocument.presentationml.slideMaster+xml" PartName="/ppt/slideMasters/slideMaster29.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23.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27.xml"/>
  <Override ContentType="application/vnd.openxmlformats-officedocument.presentationml.slideMaster+xml" PartName="/ppt/slideMasters/slideMaster22.xml"/>
  <Override ContentType="application/vnd.openxmlformats-officedocument.presentationml.slideMaster+xml" PartName="/ppt/slideMasters/slideMaster6.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24.xml"/>
  <Override ContentType="application/vnd.openxmlformats-officedocument.theme+xml" PartName="/ppt/theme/theme5.xml"/>
  <Override ContentType="application/vnd.openxmlformats-officedocument.theme+xml" PartName="/ppt/theme/theme26.xml"/>
  <Override ContentType="application/vnd.openxmlformats-officedocument.theme+xml" PartName="/ppt/theme/theme7.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23.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27.xml"/>
  <Override ContentType="application/vnd.openxmlformats-officedocument.theme+xml" PartName="/ppt/theme/theme14.xml"/>
  <Override ContentType="application/vnd.openxmlformats-officedocument.theme+xml" PartName="/ppt/theme/theme19.xml"/>
  <Override ContentType="application/vnd.openxmlformats-officedocument.theme+xml" PartName="/ppt/theme/theme22.xml"/>
  <Override ContentType="application/vnd.openxmlformats-officedocument.theme+xml" PartName="/ppt/theme/theme3.xml"/>
  <Override ContentType="application/vnd.openxmlformats-officedocument.theme+xml" PartName="/ppt/theme/theme31.xml"/>
  <Override ContentType="application/vnd.openxmlformats-officedocument.theme+xml" PartName="/ppt/theme/theme30.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28.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29.xml"/>
  <Override ContentType="application/vnd.openxmlformats-officedocument.theme+xml" PartName="/ppt/theme/theme16.xml"/>
  <Override ContentType="application/vnd.openxmlformats-officedocument.theme+xml" PartName="/ppt/theme/theme25.xml"/>
  <Override ContentType="application/vnd.openxmlformats-officedocument.theme+xml" PartName="/ppt/theme/theme1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2" r:id="rId7"/>
    <p:sldMasterId id="2147483654" r:id="rId8"/>
    <p:sldMasterId id="2147483656" r:id="rId9"/>
    <p:sldMasterId id="2147483657" r:id="rId10"/>
    <p:sldMasterId id="2147483658" r:id="rId11"/>
    <p:sldMasterId id="2147483660" r:id="rId12"/>
    <p:sldMasterId id="2147483662" r:id="rId13"/>
    <p:sldMasterId id="2147483664" r:id="rId14"/>
    <p:sldMasterId id="2147483666" r:id="rId15"/>
    <p:sldMasterId id="2147483668" r:id="rId16"/>
    <p:sldMasterId id="2147483670" r:id="rId17"/>
    <p:sldMasterId id="2147483672" r:id="rId18"/>
    <p:sldMasterId id="2147483674" r:id="rId19"/>
    <p:sldMasterId id="2147483676" r:id="rId20"/>
    <p:sldMasterId id="2147483678" r:id="rId21"/>
    <p:sldMasterId id="2147483680" r:id="rId22"/>
    <p:sldMasterId id="2147483682" r:id="rId23"/>
    <p:sldMasterId id="2147483684" r:id="rId24"/>
    <p:sldMasterId id="2147483686" r:id="rId25"/>
    <p:sldMasterId id="2147483688" r:id="rId26"/>
    <p:sldMasterId id="2147483690" r:id="rId27"/>
    <p:sldMasterId id="2147483692" r:id="rId28"/>
    <p:sldMasterId id="2147483694" r:id="rId29"/>
    <p:sldMasterId id="2147483696" r:id="rId30"/>
    <p:sldMasterId id="2147483698" r:id="rId31"/>
    <p:sldMasterId id="2147483700" r:id="rId32"/>
    <p:sldMasterId id="2147483702" r:id="rId33"/>
    <p:sldMasterId id="2147483704" r:id="rId34"/>
  </p:sldMasterIdLst>
  <p:notesMasterIdLst>
    <p:notesMasterId r:id="rId35"/>
  </p:notesMasterIdLst>
  <p:sldIdLst>
    <p:sldId id="256" r:id="rId36"/>
    <p:sldId id="257" r:id="rId37"/>
    <p:sldId id="258" r:id="rId38"/>
    <p:sldId id="259" r:id="rId39"/>
    <p:sldId id="260" r:id="rId40"/>
    <p:sldId id="261" r:id="rId41"/>
    <p:sldId id="262" r:id="rId42"/>
    <p:sldId id="263" r:id="rId43"/>
    <p:sldId id="264" r:id="rId44"/>
    <p:sldId id="265" r:id="rId45"/>
    <p:sldId id="266" r:id="rId46"/>
    <p:sldId id="267" r:id="rId47"/>
    <p:sldId id="268" r:id="rId48"/>
    <p:sldId id="269" r:id="rId49"/>
    <p:sldId id="270" r:id="rId50"/>
    <p:sldId id="271" r:id="rId51"/>
    <p:sldId id="272" r:id="rId52"/>
    <p:sldId id="273" r:id="rId53"/>
    <p:sldId id="274" r:id="rId54"/>
    <p:sldId id="275" r:id="rId55"/>
    <p:sldId id="276" r:id="rId56"/>
    <p:sldId id="277" r:id="rId57"/>
    <p:sldId id="278" r:id="rId58"/>
    <p:sldId id="279" r:id="rId59"/>
    <p:sldId id="280" r:id="rId60"/>
    <p:sldId id="281" r:id="rId61"/>
    <p:sldId id="282" r:id="rId62"/>
    <p:sldId id="283" r:id="rId63"/>
    <p:sldId id="284" r:id="rId64"/>
    <p:sldId id="285" r:id="rId65"/>
    <p:sldId id="286" r:id="rId66"/>
    <p:sldId id="287" r:id="rId67"/>
    <p:sldId id="288" r:id="rId68"/>
    <p:sldId id="289" r:id="rId69"/>
    <p:sldId id="290" r:id="rId70"/>
    <p:sldId id="291" r:id="rId71"/>
    <p:sldId id="292" r:id="rId72"/>
    <p:sldId id="293" r:id="rId73"/>
    <p:sldId id="294" r:id="rId74"/>
    <p:sldId id="295" r:id="rId75"/>
    <p:sldId id="296" r:id="rId76"/>
    <p:sldId id="297" r:id="rId77"/>
    <p:sldId id="298" r:id="rId78"/>
    <p:sldId id="299" r:id="rId79"/>
    <p:sldId id="300" r:id="rId80"/>
    <p:sldId id="301" r:id="rId81"/>
    <p:sldId id="302" r:id="rId82"/>
    <p:sldId id="303" r:id="rId83"/>
    <p:sldId id="304" r:id="rId84"/>
    <p:sldId id="305" r:id="rId85"/>
    <p:sldId id="306" r:id="rId86"/>
    <p:sldId id="307" r:id="rId87"/>
    <p:sldId id="308" r:id="rId88"/>
    <p:sldId id="309" r:id="rId89"/>
    <p:sldId id="310" r:id="rId90"/>
  </p:sldIdLst>
  <p:sldSz cy="6858000" cx="9144000"/>
  <p:notesSz cx="6858000" cy="9144000"/>
  <p:embeddedFontLst>
    <p:embeddedFont>
      <p:font typeface="Constantia"/>
      <p:regular r:id="rId91"/>
      <p:bold r:id="rId92"/>
      <p:italic r:id="rId93"/>
      <p:boldItalic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5" roundtripDataSignature="AMtx7mjV/mkK/Myouw3d5TItbdGA0SQv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5F9FE1-AF21-4F1C-BB60-62CC5A1B0184}">
  <a:tblStyle styleId="{BD5F9FE1-AF21-4F1C-BB60-62CC5A1B018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5.xml"/><Relationship Id="rId84" Type="http://schemas.openxmlformats.org/officeDocument/2006/relationships/slide" Target="slides/slide49.xml"/><Relationship Id="rId83" Type="http://schemas.openxmlformats.org/officeDocument/2006/relationships/slide" Target="slides/slide48.xml"/><Relationship Id="rId42" Type="http://schemas.openxmlformats.org/officeDocument/2006/relationships/slide" Target="slides/slide7.xml"/><Relationship Id="rId86" Type="http://schemas.openxmlformats.org/officeDocument/2006/relationships/slide" Target="slides/slide51.xml"/><Relationship Id="rId41" Type="http://schemas.openxmlformats.org/officeDocument/2006/relationships/slide" Target="slides/slide6.xml"/><Relationship Id="rId85" Type="http://schemas.openxmlformats.org/officeDocument/2006/relationships/slide" Target="slides/slide50.xml"/><Relationship Id="rId44" Type="http://schemas.openxmlformats.org/officeDocument/2006/relationships/slide" Target="slides/slide9.xml"/><Relationship Id="rId88" Type="http://schemas.openxmlformats.org/officeDocument/2006/relationships/slide" Target="slides/slide53.xml"/><Relationship Id="rId43" Type="http://schemas.openxmlformats.org/officeDocument/2006/relationships/slide" Target="slides/slide8.xml"/><Relationship Id="rId87" Type="http://schemas.openxmlformats.org/officeDocument/2006/relationships/slide" Target="slides/slide52.xml"/><Relationship Id="rId46" Type="http://schemas.openxmlformats.org/officeDocument/2006/relationships/slide" Target="slides/slide11.xml"/><Relationship Id="rId45" Type="http://schemas.openxmlformats.org/officeDocument/2006/relationships/slide" Target="slides/slide10.xml"/><Relationship Id="rId89" Type="http://schemas.openxmlformats.org/officeDocument/2006/relationships/slide" Target="slides/slide54.xml"/><Relationship Id="rId80" Type="http://schemas.openxmlformats.org/officeDocument/2006/relationships/slide" Target="slides/slide45.xml"/><Relationship Id="rId82" Type="http://schemas.openxmlformats.org/officeDocument/2006/relationships/slide" Target="slides/slide47.xml"/><Relationship Id="rId81" Type="http://schemas.openxmlformats.org/officeDocument/2006/relationships/slide" Target="slides/slide46.xml"/><Relationship Id="rId1" Type="http://schemas.openxmlformats.org/officeDocument/2006/relationships/theme" Target="theme/theme17.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13.xml"/><Relationship Id="rId47" Type="http://schemas.openxmlformats.org/officeDocument/2006/relationships/slide" Target="slides/slide12.xml"/><Relationship Id="rId49" Type="http://schemas.openxmlformats.org/officeDocument/2006/relationships/slide" Target="slides/slide1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38.xml"/><Relationship Id="rId72" Type="http://schemas.openxmlformats.org/officeDocument/2006/relationships/slide" Target="slides/slide37.xml"/><Relationship Id="rId31" Type="http://schemas.openxmlformats.org/officeDocument/2006/relationships/slideMaster" Target="slideMasters/slideMaster27.xml"/><Relationship Id="rId75" Type="http://schemas.openxmlformats.org/officeDocument/2006/relationships/slide" Target="slides/slide40.xml"/><Relationship Id="rId30" Type="http://schemas.openxmlformats.org/officeDocument/2006/relationships/slideMaster" Target="slideMasters/slideMaster26.xml"/><Relationship Id="rId74" Type="http://schemas.openxmlformats.org/officeDocument/2006/relationships/slide" Target="slides/slide39.xml"/><Relationship Id="rId33" Type="http://schemas.openxmlformats.org/officeDocument/2006/relationships/slideMaster" Target="slideMasters/slideMaster29.xml"/><Relationship Id="rId77" Type="http://schemas.openxmlformats.org/officeDocument/2006/relationships/slide" Target="slides/slide42.xml"/><Relationship Id="rId32" Type="http://schemas.openxmlformats.org/officeDocument/2006/relationships/slideMaster" Target="slideMasters/slideMaster28.xml"/><Relationship Id="rId76" Type="http://schemas.openxmlformats.org/officeDocument/2006/relationships/slide" Target="slides/slide41.xml"/><Relationship Id="rId35" Type="http://schemas.openxmlformats.org/officeDocument/2006/relationships/notesMaster" Target="notesMasters/notesMaster1.xml"/><Relationship Id="rId79" Type="http://schemas.openxmlformats.org/officeDocument/2006/relationships/slide" Target="slides/slide44.xml"/><Relationship Id="rId34" Type="http://schemas.openxmlformats.org/officeDocument/2006/relationships/slideMaster" Target="slideMasters/slideMaster30.xml"/><Relationship Id="rId78" Type="http://schemas.openxmlformats.org/officeDocument/2006/relationships/slide" Target="slides/slide43.xml"/><Relationship Id="rId71" Type="http://schemas.openxmlformats.org/officeDocument/2006/relationships/slide" Target="slides/slide36.xml"/><Relationship Id="rId70" Type="http://schemas.openxmlformats.org/officeDocument/2006/relationships/slide" Target="slides/slide35.xml"/><Relationship Id="rId37" Type="http://schemas.openxmlformats.org/officeDocument/2006/relationships/slide" Target="slides/slide2.xml"/><Relationship Id="rId36" Type="http://schemas.openxmlformats.org/officeDocument/2006/relationships/slide" Target="slides/slide1.xml"/><Relationship Id="rId39" Type="http://schemas.openxmlformats.org/officeDocument/2006/relationships/slide" Target="slides/slide4.xml"/><Relationship Id="rId38" Type="http://schemas.openxmlformats.org/officeDocument/2006/relationships/slide" Target="slides/slide3.xml"/><Relationship Id="rId62" Type="http://schemas.openxmlformats.org/officeDocument/2006/relationships/slide" Target="slides/slide27.xml"/><Relationship Id="rId61" Type="http://schemas.openxmlformats.org/officeDocument/2006/relationships/slide" Target="slides/slide26.xml"/><Relationship Id="rId20" Type="http://schemas.openxmlformats.org/officeDocument/2006/relationships/slideMaster" Target="slideMasters/slideMaster16.xml"/><Relationship Id="rId64" Type="http://schemas.openxmlformats.org/officeDocument/2006/relationships/slide" Target="slides/slide29.xml"/><Relationship Id="rId63" Type="http://schemas.openxmlformats.org/officeDocument/2006/relationships/slide" Target="slides/slide28.xml"/><Relationship Id="rId22" Type="http://schemas.openxmlformats.org/officeDocument/2006/relationships/slideMaster" Target="slideMasters/slideMaster18.xml"/><Relationship Id="rId66" Type="http://schemas.openxmlformats.org/officeDocument/2006/relationships/slide" Target="slides/slide31.xml"/><Relationship Id="rId21" Type="http://schemas.openxmlformats.org/officeDocument/2006/relationships/slideMaster" Target="slideMasters/slideMaster17.xml"/><Relationship Id="rId65" Type="http://schemas.openxmlformats.org/officeDocument/2006/relationships/slide" Target="slides/slide30.xml"/><Relationship Id="rId24" Type="http://schemas.openxmlformats.org/officeDocument/2006/relationships/slideMaster" Target="slideMasters/slideMaster20.xml"/><Relationship Id="rId68" Type="http://schemas.openxmlformats.org/officeDocument/2006/relationships/slide" Target="slides/slide33.xml"/><Relationship Id="rId23" Type="http://schemas.openxmlformats.org/officeDocument/2006/relationships/slideMaster" Target="slideMasters/slideMaster19.xml"/><Relationship Id="rId67" Type="http://schemas.openxmlformats.org/officeDocument/2006/relationships/slide" Target="slides/slide32.xml"/><Relationship Id="rId60" Type="http://schemas.openxmlformats.org/officeDocument/2006/relationships/slide" Target="slides/slide25.xml"/><Relationship Id="rId26" Type="http://schemas.openxmlformats.org/officeDocument/2006/relationships/slideMaster" Target="slideMasters/slideMaster22.xml"/><Relationship Id="rId25" Type="http://schemas.openxmlformats.org/officeDocument/2006/relationships/slideMaster" Target="slideMasters/slideMaster21.xml"/><Relationship Id="rId69" Type="http://schemas.openxmlformats.org/officeDocument/2006/relationships/slide" Target="slides/slide34.xml"/><Relationship Id="rId28" Type="http://schemas.openxmlformats.org/officeDocument/2006/relationships/slideMaster" Target="slideMasters/slideMaster24.xml"/><Relationship Id="rId27" Type="http://schemas.openxmlformats.org/officeDocument/2006/relationships/slideMaster" Target="slideMasters/slideMaster23.xml"/><Relationship Id="rId29" Type="http://schemas.openxmlformats.org/officeDocument/2006/relationships/slideMaster" Target="slideMasters/slideMaster25.xml"/><Relationship Id="rId51" Type="http://schemas.openxmlformats.org/officeDocument/2006/relationships/slide" Target="slides/slide16.xml"/><Relationship Id="rId95" Type="http://customschemas.google.com/relationships/presentationmetadata" Target="metadata"/><Relationship Id="rId50" Type="http://schemas.openxmlformats.org/officeDocument/2006/relationships/slide" Target="slides/slide15.xml"/><Relationship Id="rId94" Type="http://schemas.openxmlformats.org/officeDocument/2006/relationships/font" Target="fonts/Constantia-boldItalic.fntdata"/><Relationship Id="rId53" Type="http://schemas.openxmlformats.org/officeDocument/2006/relationships/slide" Target="slides/slide18.xml"/><Relationship Id="rId52" Type="http://schemas.openxmlformats.org/officeDocument/2006/relationships/slide" Target="slides/slide17.xml"/><Relationship Id="rId11" Type="http://schemas.openxmlformats.org/officeDocument/2006/relationships/slideMaster" Target="slideMasters/slideMaster7.xml"/><Relationship Id="rId55" Type="http://schemas.openxmlformats.org/officeDocument/2006/relationships/slide" Target="slides/slide20.xml"/><Relationship Id="rId10" Type="http://schemas.openxmlformats.org/officeDocument/2006/relationships/slideMaster" Target="slideMasters/slideMaster6.xml"/><Relationship Id="rId54" Type="http://schemas.openxmlformats.org/officeDocument/2006/relationships/slide" Target="slides/slide19.xml"/><Relationship Id="rId13" Type="http://schemas.openxmlformats.org/officeDocument/2006/relationships/slideMaster" Target="slideMasters/slideMaster9.xml"/><Relationship Id="rId57" Type="http://schemas.openxmlformats.org/officeDocument/2006/relationships/slide" Target="slides/slide22.xml"/><Relationship Id="rId12" Type="http://schemas.openxmlformats.org/officeDocument/2006/relationships/slideMaster" Target="slideMasters/slideMaster8.xml"/><Relationship Id="rId56" Type="http://schemas.openxmlformats.org/officeDocument/2006/relationships/slide" Target="slides/slide21.xml"/><Relationship Id="rId91" Type="http://schemas.openxmlformats.org/officeDocument/2006/relationships/font" Target="fonts/Constantia-regular.fntdata"/><Relationship Id="rId90" Type="http://schemas.openxmlformats.org/officeDocument/2006/relationships/slide" Target="slides/slide55.xml"/><Relationship Id="rId93" Type="http://schemas.openxmlformats.org/officeDocument/2006/relationships/font" Target="fonts/Constantia-italic.fntdata"/><Relationship Id="rId92" Type="http://schemas.openxmlformats.org/officeDocument/2006/relationships/font" Target="fonts/Constantia-bold.fntdata"/><Relationship Id="rId15" Type="http://schemas.openxmlformats.org/officeDocument/2006/relationships/slideMaster" Target="slideMasters/slideMaster11.xml"/><Relationship Id="rId59" Type="http://schemas.openxmlformats.org/officeDocument/2006/relationships/slide" Target="slides/slide24.xml"/><Relationship Id="rId14" Type="http://schemas.openxmlformats.org/officeDocument/2006/relationships/slideMaster" Target="slideMasters/slideMaster10.xml"/><Relationship Id="rId58" Type="http://schemas.openxmlformats.org/officeDocument/2006/relationships/slide" Target="slides/slide23.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slideMaster" Target="slideMasters/slideMaster15.xml"/><Relationship Id="rId18" Type="http://schemas.openxmlformats.org/officeDocument/2006/relationships/slideMaster" Target="slideMasters/slideMaster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7.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1" name="Google Shape;39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00" name="Google Shape;4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1" name="Google Shape;41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23" name="Google Shape;42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35" name="Google Shape;43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58" name="Google Shape;45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70" name="Google Shape;47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82" name="Google Shape;48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95" name="Google Shape;49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07" name="Google Shape;50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20" name="Google Shape;52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32" name="Google Shape;53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44" name="Google Shape;54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56" name="Google Shape;55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7" name="Google Shape;557;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68" name="Google Shape;56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9" name="Google Shape;569;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0" name="Google Shape;58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92" name="Google Shape;59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4" name="Google Shape;60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16" name="Google Shape;61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7" name="Google Shape;617;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28" name="Google Shape;62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9" name="Google Shape;629;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40" name="Google Shape;64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53" name="Google Shape;65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65" name="Google Shape;66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78" name="Google Shape;67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92" name="Google Shape;69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3" name="Google Shape;693;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05" name="Google Shape;705;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9" name="Google Shape;71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33" name="Google Shape;733;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45" name="Google Shape;745;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57" name="Google Shape;75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68" name="Google Shape;76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80" name="Google Shape;78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1" name="Google Shape;781;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3" name="Google Shape;793;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05" name="Google Shape;805;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17" name="Google Shape;81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29" name="Google Shape;829;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41" name="Google Shape;84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2" name="Google Shape;842;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53" name="Google Shape;853;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5" name="Google Shape;865;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7" name="Google Shape;877;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90" name="Google Shape;890;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03" name="Google Shape;903;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15" name="Google Shape;915;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6" name="Google Shape;916;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28" name="Google Shape;928;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41" name="Google Shape;941;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2" name="Google Shape;942;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54" name="Google Shape;954;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67" name="Google Shape;967;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79" name="Google Shape;979;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91" name="Google Shape;991;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2" name="Google Shape;992;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03" name="Google Shape;1003;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15" name="Google Shape;1015;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27" name="Google Shape;102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39" name="Google Shape;1039;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51" name="Google Shape;1051;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2" name="Google Shape;1052;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63" name="Google Shape;1063;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 name="Shape 21"/>
        <p:cNvGrpSpPr/>
        <p:nvPr/>
      </p:nvGrpSpPr>
      <p:grpSpPr>
        <a:xfrm>
          <a:off x="0" y="0"/>
          <a:ext cx="0" cy="0"/>
          <a:chOff x="0" y="0"/>
          <a:chExt cx="0" cy="0"/>
        </a:xfrm>
      </p:grpSpPr>
      <p:sp>
        <p:nvSpPr>
          <p:cNvPr id="22" name="Google Shape;22;p57"/>
          <p:cNvSpPr txBox="1"/>
          <p:nvPr>
            <p:ph idx="1" type="body"/>
          </p:nvPr>
        </p:nvSpPr>
        <p:spPr>
          <a:xfrm>
            <a:off x="3581400" y="1295400"/>
            <a:ext cx="5105400" cy="1416269"/>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40"/>
              </a:spcBef>
              <a:spcAft>
                <a:spcPts val="0"/>
              </a:spcAft>
              <a:buClr>
                <a:srgbClr val="5B5B5B"/>
              </a:buClr>
              <a:buSzPts val="2200"/>
              <a:buNone/>
              <a:defRPr sz="2200">
                <a:solidFill>
                  <a:srgbClr val="5B5B5B"/>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 name="Google Shape;23;p57"/>
          <p:cNvSpPr txBox="1"/>
          <p:nvPr>
            <p:ph type="title"/>
          </p:nvPr>
        </p:nvSpPr>
        <p:spPr>
          <a:xfrm>
            <a:off x="106344" y="4114800"/>
            <a:ext cx="7315200" cy="9144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 name="Google Shape;24;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34" name="Shape 34"/>
        <p:cNvGrpSpPr/>
        <p:nvPr/>
      </p:nvGrpSpPr>
      <p:grpSpPr>
        <a:xfrm>
          <a:off x="0" y="0"/>
          <a:ext cx="0" cy="0"/>
          <a:chOff x="0" y="0"/>
          <a:chExt cx="0" cy="0"/>
        </a:xfrm>
      </p:grpSpPr>
      <p:sp>
        <p:nvSpPr>
          <p:cNvPr id="35" name="Google Shape;35;p59"/>
          <p:cNvSpPr txBox="1"/>
          <p:nvPr>
            <p:ph type="title"/>
          </p:nvPr>
        </p:nvSpPr>
        <p:spPr>
          <a:xfrm>
            <a:off x="436180" y="76200"/>
            <a:ext cx="8403020" cy="6858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0" sz="3000">
                <a:solidFill>
                  <a:srgbClr val="464646"/>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 name="Google Shape;36;p5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464646"/>
              </a:buClr>
              <a:buSzPts val="3200"/>
              <a:buChar char="•"/>
              <a:defRPr>
                <a:solidFill>
                  <a:srgbClr val="464646"/>
                </a:solidFill>
              </a:defRPr>
            </a:lvl1pPr>
            <a:lvl2pPr indent="-406400" lvl="1" marL="914400" algn="l">
              <a:lnSpc>
                <a:spcPct val="100000"/>
              </a:lnSpc>
              <a:spcBef>
                <a:spcPts val="560"/>
              </a:spcBef>
              <a:spcAft>
                <a:spcPts val="0"/>
              </a:spcAft>
              <a:buClr>
                <a:srgbClr val="464646"/>
              </a:buClr>
              <a:buSzPts val="2800"/>
              <a:buChar char="–"/>
              <a:defRPr>
                <a:solidFill>
                  <a:srgbClr val="464646"/>
                </a:solidFill>
              </a:defRPr>
            </a:lvl2pPr>
            <a:lvl3pPr indent="-381000" lvl="2" marL="1371600" algn="l">
              <a:lnSpc>
                <a:spcPct val="100000"/>
              </a:lnSpc>
              <a:spcBef>
                <a:spcPts val="480"/>
              </a:spcBef>
              <a:spcAft>
                <a:spcPts val="0"/>
              </a:spcAft>
              <a:buClr>
                <a:srgbClr val="464646"/>
              </a:buClr>
              <a:buSzPts val="2400"/>
              <a:buChar char="•"/>
              <a:defRPr>
                <a:solidFill>
                  <a:srgbClr val="464646"/>
                </a:solidFill>
              </a:defRPr>
            </a:lvl3pPr>
            <a:lvl4pPr indent="-355600" lvl="3" marL="1828800" algn="l">
              <a:lnSpc>
                <a:spcPct val="100000"/>
              </a:lnSpc>
              <a:spcBef>
                <a:spcPts val="400"/>
              </a:spcBef>
              <a:spcAft>
                <a:spcPts val="0"/>
              </a:spcAft>
              <a:buClr>
                <a:srgbClr val="464646"/>
              </a:buClr>
              <a:buSzPts val="2000"/>
              <a:buChar char="–"/>
              <a:defRPr>
                <a:solidFill>
                  <a:srgbClr val="464646"/>
                </a:solidFill>
              </a:defRPr>
            </a:lvl4pPr>
            <a:lvl5pPr indent="-355600" lvl="4" marL="2286000" algn="l">
              <a:lnSpc>
                <a:spcPct val="100000"/>
              </a:lnSpc>
              <a:spcBef>
                <a:spcPts val="400"/>
              </a:spcBef>
              <a:spcAft>
                <a:spcPts val="0"/>
              </a:spcAft>
              <a:buClr>
                <a:srgbClr val="464646"/>
              </a:buClr>
              <a:buSzPts val="2000"/>
              <a:buChar char="»"/>
              <a:defRPr>
                <a:solidFill>
                  <a:srgbClr val="464646"/>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47" name="Shape 47"/>
        <p:cNvGrpSpPr/>
        <p:nvPr/>
      </p:nvGrpSpPr>
      <p:grpSpPr>
        <a:xfrm>
          <a:off x="0" y="0"/>
          <a:ext cx="0" cy="0"/>
          <a:chOff x="0" y="0"/>
          <a:chExt cx="0" cy="0"/>
        </a:xfrm>
      </p:grpSpPr>
      <p:sp>
        <p:nvSpPr>
          <p:cNvPr id="48" name="Google Shape;48;p61"/>
          <p:cNvSpPr txBox="1"/>
          <p:nvPr>
            <p:ph type="title"/>
          </p:nvPr>
        </p:nvSpPr>
        <p:spPr>
          <a:xfrm>
            <a:off x="436180" y="76200"/>
            <a:ext cx="8403020" cy="6858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0" sz="3000">
                <a:solidFill>
                  <a:srgbClr val="464646"/>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 name="Google Shape;49;p6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464646"/>
              </a:buClr>
              <a:buSzPts val="3200"/>
              <a:buChar char="•"/>
              <a:defRPr>
                <a:solidFill>
                  <a:srgbClr val="464646"/>
                </a:solidFill>
              </a:defRPr>
            </a:lvl1pPr>
            <a:lvl2pPr indent="-406400" lvl="1" marL="914400" algn="l">
              <a:lnSpc>
                <a:spcPct val="100000"/>
              </a:lnSpc>
              <a:spcBef>
                <a:spcPts val="560"/>
              </a:spcBef>
              <a:spcAft>
                <a:spcPts val="0"/>
              </a:spcAft>
              <a:buClr>
                <a:srgbClr val="464646"/>
              </a:buClr>
              <a:buSzPts val="2800"/>
              <a:buChar char="–"/>
              <a:defRPr>
                <a:solidFill>
                  <a:srgbClr val="464646"/>
                </a:solidFill>
              </a:defRPr>
            </a:lvl2pPr>
            <a:lvl3pPr indent="-381000" lvl="2" marL="1371600" algn="l">
              <a:lnSpc>
                <a:spcPct val="100000"/>
              </a:lnSpc>
              <a:spcBef>
                <a:spcPts val="480"/>
              </a:spcBef>
              <a:spcAft>
                <a:spcPts val="0"/>
              </a:spcAft>
              <a:buClr>
                <a:srgbClr val="464646"/>
              </a:buClr>
              <a:buSzPts val="2400"/>
              <a:buChar char="•"/>
              <a:defRPr>
                <a:solidFill>
                  <a:srgbClr val="464646"/>
                </a:solidFill>
              </a:defRPr>
            </a:lvl3pPr>
            <a:lvl4pPr indent="-355600" lvl="3" marL="1828800" algn="l">
              <a:lnSpc>
                <a:spcPct val="100000"/>
              </a:lnSpc>
              <a:spcBef>
                <a:spcPts val="400"/>
              </a:spcBef>
              <a:spcAft>
                <a:spcPts val="0"/>
              </a:spcAft>
              <a:buClr>
                <a:srgbClr val="464646"/>
              </a:buClr>
              <a:buSzPts val="2000"/>
              <a:buChar char="–"/>
              <a:defRPr>
                <a:solidFill>
                  <a:srgbClr val="464646"/>
                </a:solidFill>
              </a:defRPr>
            </a:lvl4pPr>
            <a:lvl5pPr indent="-355600" lvl="4" marL="2286000" algn="l">
              <a:lnSpc>
                <a:spcPct val="100000"/>
              </a:lnSpc>
              <a:spcBef>
                <a:spcPts val="400"/>
              </a:spcBef>
              <a:spcAft>
                <a:spcPts val="0"/>
              </a:spcAft>
              <a:buClr>
                <a:srgbClr val="464646"/>
              </a:buClr>
              <a:buSzPts val="2000"/>
              <a:buChar char="»"/>
              <a:defRPr>
                <a:solidFill>
                  <a:srgbClr val="464646"/>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 name="Google Shape;50;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60" name="Shape 60"/>
        <p:cNvGrpSpPr/>
        <p:nvPr/>
      </p:nvGrpSpPr>
      <p:grpSpPr>
        <a:xfrm>
          <a:off x="0" y="0"/>
          <a:ext cx="0" cy="0"/>
          <a:chOff x="0" y="0"/>
          <a:chExt cx="0" cy="0"/>
        </a:xfrm>
      </p:grpSpPr>
      <p:sp>
        <p:nvSpPr>
          <p:cNvPr id="61" name="Google Shape;61;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86" name="Shape 86"/>
        <p:cNvGrpSpPr/>
        <p:nvPr/>
      </p:nvGrpSpPr>
      <p:grpSpPr>
        <a:xfrm>
          <a:off x="0" y="0"/>
          <a:ext cx="0" cy="0"/>
          <a:chOff x="0" y="0"/>
          <a:chExt cx="0" cy="0"/>
        </a:xfrm>
      </p:grpSpPr>
      <p:sp>
        <p:nvSpPr>
          <p:cNvPr id="87" name="Google Shape;87;p67"/>
          <p:cNvSpPr txBox="1"/>
          <p:nvPr>
            <p:ph type="title"/>
          </p:nvPr>
        </p:nvSpPr>
        <p:spPr>
          <a:xfrm>
            <a:off x="2971800" y="1992354"/>
            <a:ext cx="5867400" cy="1970046"/>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3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8" name="Google Shape;88;p67"/>
          <p:cNvSpPr txBox="1"/>
          <p:nvPr>
            <p:ph idx="1" type="body"/>
          </p:nvPr>
        </p:nvSpPr>
        <p:spPr>
          <a:xfrm>
            <a:off x="381000" y="5105400"/>
            <a:ext cx="8229601" cy="375787"/>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360"/>
              </a:spcBef>
              <a:spcAft>
                <a:spcPts val="0"/>
              </a:spcAft>
              <a:buClr>
                <a:srgbClr val="717171"/>
              </a:buClr>
              <a:buSzPts val="1800"/>
              <a:buNone/>
              <a:defRPr sz="1800">
                <a:solidFill>
                  <a:srgbClr val="717171"/>
                </a:solidFill>
              </a:defRPr>
            </a:lvl1pPr>
            <a:lvl2pPr indent="-228600" lvl="1" marL="914400" algn="l">
              <a:lnSpc>
                <a:spcPct val="100000"/>
              </a:lnSpc>
              <a:spcBef>
                <a:spcPts val="360"/>
              </a:spcBef>
              <a:spcAft>
                <a:spcPts val="0"/>
              </a:spcAft>
              <a:buClr>
                <a:srgbClr val="8B8B8B"/>
              </a:buClr>
              <a:buSzPts val="1800"/>
              <a:buNone/>
              <a:defRPr sz="1800">
                <a:solidFill>
                  <a:srgbClr val="8B8B8B"/>
                </a:solidFill>
              </a:defRPr>
            </a:lvl2pPr>
            <a:lvl3pPr indent="-228600" lvl="2" marL="1371600" algn="l">
              <a:lnSpc>
                <a:spcPct val="100000"/>
              </a:lnSpc>
              <a:spcBef>
                <a:spcPts val="320"/>
              </a:spcBef>
              <a:spcAft>
                <a:spcPts val="0"/>
              </a:spcAft>
              <a:buClr>
                <a:srgbClr val="8B8B8B"/>
              </a:buClr>
              <a:buSzPts val="1600"/>
              <a:buNone/>
              <a:defRPr sz="1600">
                <a:solidFill>
                  <a:srgbClr val="8B8B8B"/>
                </a:solidFill>
              </a:defRPr>
            </a:lvl3pPr>
            <a:lvl4pPr indent="-228600" lvl="3" marL="1828800" algn="l">
              <a:lnSpc>
                <a:spcPct val="100000"/>
              </a:lnSpc>
              <a:spcBef>
                <a:spcPts val="280"/>
              </a:spcBef>
              <a:spcAft>
                <a:spcPts val="0"/>
              </a:spcAft>
              <a:buClr>
                <a:srgbClr val="8B8B8B"/>
              </a:buClr>
              <a:buSzPts val="1400"/>
              <a:buNone/>
              <a:defRPr sz="1400">
                <a:solidFill>
                  <a:srgbClr val="8B8B8B"/>
                </a:solidFill>
              </a:defRPr>
            </a:lvl4pPr>
            <a:lvl5pPr indent="-228600" lvl="4" marL="2286000" algn="l">
              <a:lnSpc>
                <a:spcPct val="100000"/>
              </a:lnSpc>
              <a:spcBef>
                <a:spcPts val="280"/>
              </a:spcBef>
              <a:spcAft>
                <a:spcPts val="0"/>
              </a:spcAft>
              <a:buClr>
                <a:srgbClr val="8B8B8B"/>
              </a:buClr>
              <a:buSzPts val="1400"/>
              <a:buNone/>
              <a:defRPr sz="1400">
                <a:solidFill>
                  <a:srgbClr val="8B8B8B"/>
                </a:solidFill>
              </a:defRPr>
            </a:lvl5pPr>
            <a:lvl6pPr indent="-228600" lvl="5" marL="2743200" algn="l">
              <a:lnSpc>
                <a:spcPct val="100000"/>
              </a:lnSpc>
              <a:spcBef>
                <a:spcPts val="280"/>
              </a:spcBef>
              <a:spcAft>
                <a:spcPts val="0"/>
              </a:spcAft>
              <a:buClr>
                <a:srgbClr val="8B8B8B"/>
              </a:buClr>
              <a:buSzPts val="1400"/>
              <a:buNone/>
              <a:defRPr sz="1400">
                <a:solidFill>
                  <a:srgbClr val="8B8B8B"/>
                </a:solidFill>
              </a:defRPr>
            </a:lvl6pPr>
            <a:lvl7pPr indent="-228600" lvl="6" marL="3200400" algn="l">
              <a:lnSpc>
                <a:spcPct val="100000"/>
              </a:lnSpc>
              <a:spcBef>
                <a:spcPts val="280"/>
              </a:spcBef>
              <a:spcAft>
                <a:spcPts val="0"/>
              </a:spcAft>
              <a:buClr>
                <a:srgbClr val="8B8B8B"/>
              </a:buClr>
              <a:buSzPts val="1400"/>
              <a:buNone/>
              <a:defRPr sz="1400">
                <a:solidFill>
                  <a:srgbClr val="8B8B8B"/>
                </a:solidFill>
              </a:defRPr>
            </a:lvl7pPr>
            <a:lvl8pPr indent="-228600" lvl="7" marL="3657600" algn="l">
              <a:lnSpc>
                <a:spcPct val="100000"/>
              </a:lnSpc>
              <a:spcBef>
                <a:spcPts val="280"/>
              </a:spcBef>
              <a:spcAft>
                <a:spcPts val="0"/>
              </a:spcAft>
              <a:buClr>
                <a:srgbClr val="8B8B8B"/>
              </a:buClr>
              <a:buSzPts val="1400"/>
              <a:buNone/>
              <a:defRPr sz="1400">
                <a:solidFill>
                  <a:srgbClr val="8B8B8B"/>
                </a:solidFill>
              </a:defRPr>
            </a:lvl8pPr>
            <a:lvl9pPr indent="-228600" lvl="8" marL="4114800" algn="l">
              <a:lnSpc>
                <a:spcPct val="100000"/>
              </a:lnSpc>
              <a:spcBef>
                <a:spcPts val="280"/>
              </a:spcBef>
              <a:spcAft>
                <a:spcPts val="0"/>
              </a:spcAft>
              <a:buClr>
                <a:srgbClr val="8B8B8B"/>
              </a:buClr>
              <a:buSzPts val="1400"/>
              <a:buNone/>
              <a:defRPr sz="1400">
                <a:solidFill>
                  <a:srgbClr val="8B8B8B"/>
                </a:solidFill>
              </a:defRPr>
            </a:lvl9pPr>
          </a:lstStyle>
          <a:p/>
        </p:txBody>
      </p:sp>
      <p:sp>
        <p:nvSpPr>
          <p:cNvPr id="89" name="Google Shape;89;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Emphasis">
  <p:cSld name="Title and Content: Emphasis">
    <p:spTree>
      <p:nvGrpSpPr>
        <p:cNvPr id="98" name="Shape 98"/>
        <p:cNvGrpSpPr/>
        <p:nvPr/>
      </p:nvGrpSpPr>
      <p:grpSpPr>
        <a:xfrm>
          <a:off x="0" y="0"/>
          <a:ext cx="0" cy="0"/>
          <a:chOff x="0" y="0"/>
          <a:chExt cx="0" cy="0"/>
        </a:xfrm>
      </p:grpSpPr>
      <p:sp>
        <p:nvSpPr>
          <p:cNvPr id="99" name="Google Shape;99;p6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0" name="Google Shape;100;p6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464646"/>
              </a:buClr>
              <a:buSzPts val="3200"/>
              <a:buChar char="•"/>
              <a:defRPr>
                <a:solidFill>
                  <a:srgbClr val="464646"/>
                </a:solidFill>
              </a:defRPr>
            </a:lvl1pPr>
            <a:lvl2pPr indent="-406400" lvl="1" marL="914400" algn="l">
              <a:lnSpc>
                <a:spcPct val="100000"/>
              </a:lnSpc>
              <a:spcBef>
                <a:spcPts val="560"/>
              </a:spcBef>
              <a:spcAft>
                <a:spcPts val="0"/>
              </a:spcAft>
              <a:buClr>
                <a:srgbClr val="464646"/>
              </a:buClr>
              <a:buSzPts val="2800"/>
              <a:buChar char="–"/>
              <a:defRPr>
                <a:solidFill>
                  <a:srgbClr val="464646"/>
                </a:solidFill>
              </a:defRPr>
            </a:lvl2pPr>
            <a:lvl3pPr indent="-381000" lvl="2" marL="1371600" algn="l">
              <a:lnSpc>
                <a:spcPct val="100000"/>
              </a:lnSpc>
              <a:spcBef>
                <a:spcPts val="480"/>
              </a:spcBef>
              <a:spcAft>
                <a:spcPts val="0"/>
              </a:spcAft>
              <a:buClr>
                <a:srgbClr val="464646"/>
              </a:buClr>
              <a:buSzPts val="2400"/>
              <a:buChar char="•"/>
              <a:defRPr>
                <a:solidFill>
                  <a:srgbClr val="464646"/>
                </a:solidFill>
              </a:defRPr>
            </a:lvl3pPr>
            <a:lvl4pPr indent="-355600" lvl="3" marL="1828800" algn="l">
              <a:lnSpc>
                <a:spcPct val="100000"/>
              </a:lnSpc>
              <a:spcBef>
                <a:spcPts val="400"/>
              </a:spcBef>
              <a:spcAft>
                <a:spcPts val="0"/>
              </a:spcAft>
              <a:buClr>
                <a:srgbClr val="464646"/>
              </a:buClr>
              <a:buSzPts val="2000"/>
              <a:buChar char="–"/>
              <a:defRPr>
                <a:solidFill>
                  <a:srgbClr val="464646"/>
                </a:solidFill>
              </a:defRPr>
            </a:lvl4pPr>
            <a:lvl5pPr indent="-355600" lvl="4" marL="2286000" algn="l">
              <a:lnSpc>
                <a:spcPct val="100000"/>
              </a:lnSpc>
              <a:spcBef>
                <a:spcPts val="400"/>
              </a:spcBef>
              <a:spcAft>
                <a:spcPts val="0"/>
              </a:spcAft>
              <a:buClr>
                <a:srgbClr val="464646"/>
              </a:buClr>
              <a:buSzPts val="2000"/>
              <a:buChar char="»"/>
              <a:defRPr>
                <a:solidFill>
                  <a:srgbClr val="464646"/>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1" name="Google Shape;101;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110" name="Shape 110"/>
        <p:cNvGrpSpPr/>
        <p:nvPr/>
      </p:nvGrpSpPr>
      <p:grpSpPr>
        <a:xfrm>
          <a:off x="0" y="0"/>
          <a:ext cx="0" cy="0"/>
          <a:chOff x="0" y="0"/>
          <a:chExt cx="0" cy="0"/>
        </a:xfrm>
      </p:grpSpPr>
      <p:sp>
        <p:nvSpPr>
          <p:cNvPr id="111" name="Google Shape;111;p71"/>
          <p:cNvSpPr txBox="1"/>
          <p:nvPr>
            <p:ph type="title"/>
          </p:nvPr>
        </p:nvSpPr>
        <p:spPr>
          <a:xfrm>
            <a:off x="380999" y="1"/>
            <a:ext cx="7068015" cy="838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sz="28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 name="Google Shape;112;p71"/>
          <p:cNvSpPr txBox="1"/>
          <p:nvPr>
            <p:ph idx="1" type="body"/>
          </p:nvPr>
        </p:nvSpPr>
        <p:spPr>
          <a:xfrm>
            <a:off x="457200" y="1676402"/>
            <a:ext cx="4038600" cy="3971455"/>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464646"/>
              </a:buClr>
              <a:buSzPts val="2800"/>
              <a:buChar char="•"/>
              <a:defRPr sz="2800">
                <a:solidFill>
                  <a:srgbClr val="464646"/>
                </a:solidFill>
              </a:defRPr>
            </a:lvl1pPr>
            <a:lvl2pPr indent="-381000" lvl="1" marL="914400" algn="l">
              <a:lnSpc>
                <a:spcPct val="100000"/>
              </a:lnSpc>
              <a:spcBef>
                <a:spcPts val="480"/>
              </a:spcBef>
              <a:spcAft>
                <a:spcPts val="0"/>
              </a:spcAft>
              <a:buClr>
                <a:srgbClr val="464646"/>
              </a:buClr>
              <a:buSzPts val="2400"/>
              <a:buChar char="–"/>
              <a:defRPr sz="2400">
                <a:solidFill>
                  <a:srgbClr val="464646"/>
                </a:solidFill>
              </a:defRPr>
            </a:lvl2pPr>
            <a:lvl3pPr indent="-355600" lvl="2" marL="1371600" algn="l">
              <a:lnSpc>
                <a:spcPct val="100000"/>
              </a:lnSpc>
              <a:spcBef>
                <a:spcPts val="400"/>
              </a:spcBef>
              <a:spcAft>
                <a:spcPts val="0"/>
              </a:spcAft>
              <a:buClr>
                <a:srgbClr val="464646"/>
              </a:buClr>
              <a:buSzPts val="2000"/>
              <a:buChar char="•"/>
              <a:defRPr sz="2000">
                <a:solidFill>
                  <a:srgbClr val="464646"/>
                </a:solidFill>
              </a:defRPr>
            </a:lvl3pPr>
            <a:lvl4pPr indent="-342900" lvl="3" marL="1828800" algn="l">
              <a:lnSpc>
                <a:spcPct val="100000"/>
              </a:lnSpc>
              <a:spcBef>
                <a:spcPts val="360"/>
              </a:spcBef>
              <a:spcAft>
                <a:spcPts val="0"/>
              </a:spcAft>
              <a:buClr>
                <a:srgbClr val="464646"/>
              </a:buClr>
              <a:buSzPts val="1800"/>
              <a:buChar char="–"/>
              <a:defRPr sz="1800">
                <a:solidFill>
                  <a:srgbClr val="464646"/>
                </a:solidFill>
              </a:defRPr>
            </a:lvl4pPr>
            <a:lvl5pPr indent="-342900" lvl="4" marL="2286000" algn="l">
              <a:lnSpc>
                <a:spcPct val="100000"/>
              </a:lnSpc>
              <a:spcBef>
                <a:spcPts val="360"/>
              </a:spcBef>
              <a:spcAft>
                <a:spcPts val="0"/>
              </a:spcAft>
              <a:buClr>
                <a:srgbClr val="464646"/>
              </a:buClr>
              <a:buSzPts val="1800"/>
              <a:buChar char="»"/>
              <a:defRPr sz="1800">
                <a:solidFill>
                  <a:srgbClr val="464646"/>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3" name="Google Shape;113;p71"/>
          <p:cNvSpPr txBox="1"/>
          <p:nvPr>
            <p:ph idx="2" type="body"/>
          </p:nvPr>
        </p:nvSpPr>
        <p:spPr>
          <a:xfrm>
            <a:off x="4648200" y="1676400"/>
            <a:ext cx="4038600" cy="3971454"/>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464646"/>
              </a:buClr>
              <a:buSzPts val="2800"/>
              <a:buChar char="•"/>
              <a:defRPr sz="2800">
                <a:solidFill>
                  <a:srgbClr val="464646"/>
                </a:solidFill>
              </a:defRPr>
            </a:lvl1pPr>
            <a:lvl2pPr indent="-381000" lvl="1" marL="914400" algn="l">
              <a:lnSpc>
                <a:spcPct val="100000"/>
              </a:lnSpc>
              <a:spcBef>
                <a:spcPts val="480"/>
              </a:spcBef>
              <a:spcAft>
                <a:spcPts val="0"/>
              </a:spcAft>
              <a:buClr>
                <a:srgbClr val="464646"/>
              </a:buClr>
              <a:buSzPts val="2400"/>
              <a:buChar char="–"/>
              <a:defRPr sz="2400">
                <a:solidFill>
                  <a:srgbClr val="464646"/>
                </a:solidFill>
              </a:defRPr>
            </a:lvl2pPr>
            <a:lvl3pPr indent="-355600" lvl="2" marL="1371600" algn="l">
              <a:lnSpc>
                <a:spcPct val="100000"/>
              </a:lnSpc>
              <a:spcBef>
                <a:spcPts val="400"/>
              </a:spcBef>
              <a:spcAft>
                <a:spcPts val="0"/>
              </a:spcAft>
              <a:buClr>
                <a:srgbClr val="464646"/>
              </a:buClr>
              <a:buSzPts val="2000"/>
              <a:buChar char="•"/>
              <a:defRPr sz="2000">
                <a:solidFill>
                  <a:srgbClr val="464646"/>
                </a:solidFill>
              </a:defRPr>
            </a:lvl3pPr>
            <a:lvl4pPr indent="-342900" lvl="3" marL="1828800" algn="l">
              <a:lnSpc>
                <a:spcPct val="100000"/>
              </a:lnSpc>
              <a:spcBef>
                <a:spcPts val="360"/>
              </a:spcBef>
              <a:spcAft>
                <a:spcPts val="0"/>
              </a:spcAft>
              <a:buClr>
                <a:srgbClr val="464646"/>
              </a:buClr>
              <a:buSzPts val="1800"/>
              <a:buChar char="–"/>
              <a:defRPr sz="1800">
                <a:solidFill>
                  <a:srgbClr val="464646"/>
                </a:solidFill>
              </a:defRPr>
            </a:lvl4pPr>
            <a:lvl5pPr indent="-342900" lvl="4" marL="2286000" algn="l">
              <a:lnSpc>
                <a:spcPct val="100000"/>
              </a:lnSpc>
              <a:spcBef>
                <a:spcPts val="360"/>
              </a:spcBef>
              <a:spcAft>
                <a:spcPts val="0"/>
              </a:spcAft>
              <a:buClr>
                <a:srgbClr val="464646"/>
              </a:buClr>
              <a:buSzPts val="1800"/>
              <a:buChar char="»"/>
              <a:defRPr sz="1800">
                <a:solidFill>
                  <a:srgbClr val="464646"/>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4" name="Google Shape;114;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124" name="Shape 124"/>
        <p:cNvGrpSpPr/>
        <p:nvPr/>
      </p:nvGrpSpPr>
      <p:grpSpPr>
        <a:xfrm>
          <a:off x="0" y="0"/>
          <a:ext cx="0" cy="0"/>
          <a:chOff x="0" y="0"/>
          <a:chExt cx="0" cy="0"/>
        </a:xfrm>
      </p:grpSpPr>
      <p:sp>
        <p:nvSpPr>
          <p:cNvPr id="125" name="Google Shape;125;p73"/>
          <p:cNvSpPr txBox="1"/>
          <p:nvPr>
            <p:ph type="title"/>
          </p:nvPr>
        </p:nvSpPr>
        <p:spPr>
          <a:xfrm>
            <a:off x="1124400" y="2077200"/>
            <a:ext cx="7010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 name="Google Shape;126;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Emphasis" showMasterSp="0">
  <p:cSld name="Title Only: Emphasis">
    <p:spTree>
      <p:nvGrpSpPr>
        <p:cNvPr id="135" name="Shape 135"/>
        <p:cNvGrpSpPr/>
        <p:nvPr/>
      </p:nvGrpSpPr>
      <p:grpSpPr>
        <a:xfrm>
          <a:off x="0" y="0"/>
          <a:ext cx="0" cy="0"/>
          <a:chOff x="0" y="0"/>
          <a:chExt cx="0" cy="0"/>
        </a:xfrm>
      </p:grpSpPr>
      <p:sp>
        <p:nvSpPr>
          <p:cNvPr id="136" name="Google Shape;136;p75"/>
          <p:cNvSpPr txBox="1"/>
          <p:nvPr>
            <p:ph type="title"/>
          </p:nvPr>
        </p:nvSpPr>
        <p:spPr>
          <a:xfrm>
            <a:off x="290400" y="3081000"/>
            <a:ext cx="8686800" cy="1095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b="1" sz="4600">
                <a:solidFill>
                  <a:srgbClr val="BFBFBF"/>
                </a:solidFill>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7" name="Google Shape;137;p75"/>
          <p:cNvSpPr txBox="1"/>
          <p:nvPr>
            <p:ph idx="1" type="body"/>
          </p:nvPr>
        </p:nvSpPr>
        <p:spPr>
          <a:xfrm>
            <a:off x="283952" y="2424752"/>
            <a:ext cx="8694000" cy="639762"/>
          </a:xfrm>
          <a:prstGeom prst="rect">
            <a:avLst/>
          </a:prstGeom>
          <a:noFill/>
          <a:ln>
            <a:noFill/>
          </a:ln>
        </p:spPr>
        <p:txBody>
          <a:bodyPr anchorCtr="0" anchor="b" bIns="45700" lIns="91425" spcFirstLastPara="1" rIns="91425" wrap="square" tIns="45700">
            <a:normAutofit/>
          </a:bodyPr>
          <a:lstStyle>
            <a:lvl1pPr indent="-228600" lvl="0" marL="457200" algn="ctr">
              <a:lnSpc>
                <a:spcPct val="100000"/>
              </a:lnSpc>
              <a:spcBef>
                <a:spcPts val="560"/>
              </a:spcBef>
              <a:spcAft>
                <a:spcPts val="0"/>
              </a:spcAft>
              <a:buClr>
                <a:srgbClr val="2E507A"/>
              </a:buClr>
              <a:buSzPts val="2800"/>
              <a:buNone/>
              <a:defRPr sz="2800">
                <a:solidFill>
                  <a:srgbClr val="2E507A"/>
                </a:solidFill>
                <a:latin typeface="Calibri"/>
                <a:ea typeface="Calibri"/>
                <a:cs typeface="Calibri"/>
                <a:sym typeface="Calibri"/>
              </a:defRPr>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38" name="Google Shape;138;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ext " showMasterSp="0">
  <p:cSld name="Title with Text ">
    <p:spTree>
      <p:nvGrpSpPr>
        <p:cNvPr id="148" name="Shape 148"/>
        <p:cNvGrpSpPr/>
        <p:nvPr/>
      </p:nvGrpSpPr>
      <p:grpSpPr>
        <a:xfrm>
          <a:off x="0" y="0"/>
          <a:ext cx="0" cy="0"/>
          <a:chOff x="0" y="0"/>
          <a:chExt cx="0" cy="0"/>
        </a:xfrm>
      </p:grpSpPr>
      <p:sp>
        <p:nvSpPr>
          <p:cNvPr id="149" name="Google Shape;149;p77"/>
          <p:cNvSpPr txBox="1"/>
          <p:nvPr>
            <p:ph type="title"/>
          </p:nvPr>
        </p:nvSpPr>
        <p:spPr>
          <a:xfrm>
            <a:off x="414867" y="3200400"/>
            <a:ext cx="7010400" cy="1676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sz="4000">
                <a:solidFill>
                  <a:schemeClr val="lt1"/>
                </a:solidFill>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0" name="Google Shape;150;p77"/>
          <p:cNvSpPr txBox="1"/>
          <p:nvPr>
            <p:ph idx="1" type="body"/>
          </p:nvPr>
        </p:nvSpPr>
        <p:spPr>
          <a:xfrm>
            <a:off x="4648200" y="664780"/>
            <a:ext cx="4191000" cy="381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Clr>
                <a:srgbClr val="A5A5A5"/>
              </a:buClr>
              <a:buSzPts val="1800"/>
              <a:buNone/>
              <a:defRPr b="1" sz="1800">
                <a:solidFill>
                  <a:srgbClr val="A5A5A5"/>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1" name="Google Shape;151;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60" name="Shape 160"/>
        <p:cNvGrpSpPr/>
        <p:nvPr/>
      </p:nvGrpSpPr>
      <p:grpSpPr>
        <a:xfrm>
          <a:off x="0" y="0"/>
          <a:ext cx="0" cy="0"/>
          <a:chOff x="0" y="0"/>
          <a:chExt cx="0" cy="0"/>
        </a:xfrm>
      </p:grpSpPr>
      <p:sp>
        <p:nvSpPr>
          <p:cNvPr id="161" name="Google Shape;161;p79"/>
          <p:cNvSpPr txBox="1"/>
          <p:nvPr>
            <p:ph type="title"/>
          </p:nvPr>
        </p:nvSpPr>
        <p:spPr>
          <a:xfrm>
            <a:off x="228600" y="609600"/>
            <a:ext cx="3008313" cy="8255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 name="Google Shape;162;p79"/>
          <p:cNvSpPr txBox="1"/>
          <p:nvPr>
            <p:ph idx="1" type="body"/>
          </p:nvPr>
        </p:nvSpPr>
        <p:spPr>
          <a:xfrm>
            <a:off x="3803650" y="609600"/>
            <a:ext cx="5111750" cy="53340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lt1"/>
              </a:buClr>
              <a:buSzPts val="2800"/>
              <a:buChar char="•"/>
              <a:defRPr sz="2800">
                <a:solidFill>
                  <a:schemeClr val="lt1"/>
                </a:solidFill>
              </a:defRPr>
            </a:lvl1pPr>
            <a:lvl2pPr indent="-406400" lvl="1" marL="914400" algn="l">
              <a:lnSpc>
                <a:spcPct val="100000"/>
              </a:lnSpc>
              <a:spcBef>
                <a:spcPts val="560"/>
              </a:spcBef>
              <a:spcAft>
                <a:spcPts val="0"/>
              </a:spcAft>
              <a:buClr>
                <a:schemeClr val="lt1"/>
              </a:buClr>
              <a:buSzPts val="2800"/>
              <a:buChar char="–"/>
              <a:defRPr sz="2800">
                <a:solidFill>
                  <a:schemeClr val="lt1"/>
                </a:solidFill>
              </a:defRPr>
            </a:lvl2pPr>
            <a:lvl3pPr indent="-381000" lvl="2" marL="1371600" algn="l">
              <a:lnSpc>
                <a:spcPct val="100000"/>
              </a:lnSpc>
              <a:spcBef>
                <a:spcPts val="480"/>
              </a:spcBef>
              <a:spcAft>
                <a:spcPts val="0"/>
              </a:spcAft>
              <a:buClr>
                <a:schemeClr val="lt1"/>
              </a:buClr>
              <a:buSzPts val="2400"/>
              <a:buChar char="•"/>
              <a:defRPr sz="2400">
                <a:solidFill>
                  <a:schemeClr val="lt1"/>
                </a:solidFill>
              </a:defRPr>
            </a:lvl3pPr>
            <a:lvl4pPr indent="-355600" lvl="3" marL="1828800" algn="l">
              <a:lnSpc>
                <a:spcPct val="100000"/>
              </a:lnSpc>
              <a:spcBef>
                <a:spcPts val="400"/>
              </a:spcBef>
              <a:spcAft>
                <a:spcPts val="0"/>
              </a:spcAft>
              <a:buClr>
                <a:schemeClr val="lt1"/>
              </a:buClr>
              <a:buSzPts val="2000"/>
              <a:buChar char="–"/>
              <a:defRPr sz="2000">
                <a:solidFill>
                  <a:schemeClr val="lt1"/>
                </a:solidFill>
              </a:defRPr>
            </a:lvl4pPr>
            <a:lvl5pPr indent="-355600" lvl="4" marL="2286000" algn="l">
              <a:lnSpc>
                <a:spcPct val="100000"/>
              </a:lnSpc>
              <a:spcBef>
                <a:spcPts val="400"/>
              </a:spcBef>
              <a:spcAft>
                <a:spcPts val="0"/>
              </a:spcAft>
              <a:buClr>
                <a:schemeClr val="lt1"/>
              </a:buClr>
              <a:buSzPts val="2000"/>
              <a:buChar char="»"/>
              <a:defRPr sz="2000">
                <a:solidFill>
                  <a:schemeClr val="lt1"/>
                </a:solidFill>
              </a:defRPr>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63" name="Google Shape;163;p79"/>
          <p:cNvSpPr txBox="1"/>
          <p:nvPr>
            <p:ph idx="2" type="body"/>
          </p:nvPr>
        </p:nvSpPr>
        <p:spPr>
          <a:xfrm>
            <a:off x="228600" y="1435101"/>
            <a:ext cx="3008313" cy="3822699"/>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5B5B5B"/>
              </a:buClr>
              <a:buSzPts val="1400"/>
              <a:buNone/>
              <a:defRPr sz="1400">
                <a:solidFill>
                  <a:srgbClr val="5B5B5B"/>
                </a:solidFill>
              </a:defRPr>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64" name="Google Shape;164;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with Caption" showMasterSp="0">
  <p:cSld name="Media with Caption">
    <p:spTree>
      <p:nvGrpSpPr>
        <p:cNvPr id="174" name="Shape 174"/>
        <p:cNvGrpSpPr/>
        <p:nvPr/>
      </p:nvGrpSpPr>
      <p:grpSpPr>
        <a:xfrm>
          <a:off x="0" y="0"/>
          <a:ext cx="0" cy="0"/>
          <a:chOff x="0" y="0"/>
          <a:chExt cx="0" cy="0"/>
        </a:xfrm>
      </p:grpSpPr>
      <p:sp>
        <p:nvSpPr>
          <p:cNvPr id="175" name="Google Shape;175;p81"/>
          <p:cNvSpPr txBox="1"/>
          <p:nvPr>
            <p:ph type="title"/>
          </p:nvPr>
        </p:nvSpPr>
        <p:spPr>
          <a:xfrm>
            <a:off x="606552" y="4800600"/>
            <a:ext cx="4809244"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SzPts val="1400"/>
              <a:buNone/>
              <a:defRPr b="0" i="1" sz="1800">
                <a:solidFill>
                  <a:srgbClr val="D8D8D8"/>
                </a:solidFill>
                <a:latin typeface="Georgia"/>
                <a:ea typeface="Georgia"/>
                <a:cs typeface="Georgia"/>
                <a:sym typeface="Georgia"/>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6" name="Google Shape;176;p81"/>
          <p:cNvSpPr/>
          <p:nvPr>
            <p:ph idx="2" type="media"/>
          </p:nvPr>
        </p:nvSpPr>
        <p:spPr>
          <a:xfrm>
            <a:off x="587022" y="838200"/>
            <a:ext cx="4873752" cy="3812822"/>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7" name="Google Shape;177;p81"/>
          <p:cNvSpPr txBox="1"/>
          <p:nvPr>
            <p:ph idx="1" type="body"/>
          </p:nvPr>
        </p:nvSpPr>
        <p:spPr>
          <a:xfrm>
            <a:off x="5776863" y="838200"/>
            <a:ext cx="2819400" cy="463691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Clr>
                <a:schemeClr val="lt1"/>
              </a:buClr>
              <a:buSzPts val="2400"/>
              <a:buNone/>
              <a:defRPr sz="24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8" name="Google Shape;178;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88" name="Shape 188"/>
        <p:cNvGrpSpPr/>
        <p:nvPr/>
      </p:nvGrpSpPr>
      <p:grpSpPr>
        <a:xfrm>
          <a:off x="0" y="0"/>
          <a:ext cx="0" cy="0"/>
          <a:chOff x="0" y="0"/>
          <a:chExt cx="0" cy="0"/>
        </a:xfrm>
      </p:grpSpPr>
      <p:sp>
        <p:nvSpPr>
          <p:cNvPr id="189" name="Google Shape;189;p8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SzPts val="1400"/>
              <a:buNone/>
              <a:defRPr b="0" i="1" sz="1800">
                <a:solidFill>
                  <a:srgbClr val="D8D8D8"/>
                </a:solidFill>
                <a:latin typeface="Georgia"/>
                <a:ea typeface="Georgia"/>
                <a:cs typeface="Georgia"/>
                <a:sym typeface="Georgia"/>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0" name="Google Shape;190;p83"/>
          <p:cNvSpPr/>
          <p:nvPr>
            <p:ph idx="2" type="pic"/>
          </p:nvPr>
        </p:nvSpPr>
        <p:spPr>
          <a:xfrm>
            <a:off x="1792288" y="612775"/>
            <a:ext cx="5486400" cy="4114800"/>
          </a:xfrm>
          <a:prstGeom prst="rect">
            <a:avLst/>
          </a:prstGeom>
          <a:noFill/>
          <a:ln>
            <a:noFill/>
          </a:ln>
        </p:spPr>
      </p:sp>
      <p:sp>
        <p:nvSpPr>
          <p:cNvPr id="191" name="Google Shape;191;p83"/>
          <p:cNvSpPr txBox="1"/>
          <p:nvPr>
            <p:ph idx="1" type="body"/>
          </p:nvPr>
        </p:nvSpPr>
        <p:spPr>
          <a:xfrm>
            <a:off x="1792288" y="5562600"/>
            <a:ext cx="5486400" cy="6096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92" name="Google Shape;192;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p:cSld name="Title and Vertical Text">
    <p:spTree>
      <p:nvGrpSpPr>
        <p:cNvPr id="201" name="Shape 201"/>
        <p:cNvGrpSpPr/>
        <p:nvPr/>
      </p:nvGrpSpPr>
      <p:grpSpPr>
        <a:xfrm>
          <a:off x="0" y="0"/>
          <a:ext cx="0" cy="0"/>
          <a:chOff x="0" y="0"/>
          <a:chExt cx="0" cy="0"/>
        </a:xfrm>
      </p:grpSpPr>
      <p:sp>
        <p:nvSpPr>
          <p:cNvPr id="202" name="Google Shape;202;p85"/>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3" name="Google Shape;203;p85"/>
          <p:cNvSpPr txBox="1"/>
          <p:nvPr>
            <p:ph type="title"/>
          </p:nvPr>
        </p:nvSpPr>
        <p:spPr>
          <a:xfrm>
            <a:off x="0" y="414867"/>
            <a:ext cx="5029200" cy="457200"/>
          </a:xfrm>
          <a:prstGeom prst="rect">
            <a:avLst/>
          </a:prstGeom>
          <a:solidFill>
            <a:srgbClr val="929292"/>
          </a:solid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800">
                <a:solidFill>
                  <a:schemeClr val="lt1"/>
                </a:solidFill>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4" name="Google Shape;204;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13" name="Shape 213"/>
        <p:cNvGrpSpPr/>
        <p:nvPr/>
      </p:nvGrpSpPr>
      <p:grpSpPr>
        <a:xfrm>
          <a:off x="0" y="0"/>
          <a:ext cx="0" cy="0"/>
          <a:chOff x="0" y="0"/>
          <a:chExt cx="0" cy="0"/>
        </a:xfrm>
      </p:grpSpPr>
      <p:sp>
        <p:nvSpPr>
          <p:cNvPr id="214" name="Google Shape;214;p87"/>
          <p:cNvSpPr txBox="1"/>
          <p:nvPr>
            <p:ph type="title"/>
          </p:nvPr>
        </p:nvSpPr>
        <p:spPr>
          <a:xfrm rot="5400000">
            <a:off x="3817938" y="2171701"/>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 name="Google Shape;215;p87"/>
          <p:cNvSpPr txBox="1"/>
          <p:nvPr>
            <p:ph idx="1" type="body"/>
          </p:nvPr>
        </p:nvSpPr>
        <p:spPr>
          <a:xfrm rot="5400000">
            <a:off x="84138" y="647701"/>
            <a:ext cx="5851525" cy="5105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6" name="Google Shape;216;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31" name="Shape 231"/>
        <p:cNvGrpSpPr/>
        <p:nvPr/>
      </p:nvGrpSpPr>
      <p:grpSpPr>
        <a:xfrm>
          <a:off x="0" y="0"/>
          <a:ext cx="0" cy="0"/>
          <a:chOff x="0" y="0"/>
          <a:chExt cx="0" cy="0"/>
        </a:xfrm>
      </p:grpSpPr>
      <p:sp>
        <p:nvSpPr>
          <p:cNvPr id="232" name="Google Shape;232;p89"/>
          <p:cNvSpPr txBox="1"/>
          <p:nvPr>
            <p:ph idx="1" type="body"/>
          </p:nvPr>
        </p:nvSpPr>
        <p:spPr>
          <a:xfrm>
            <a:off x="3581400" y="1295400"/>
            <a:ext cx="5105400" cy="1416269"/>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40"/>
              </a:spcBef>
              <a:spcAft>
                <a:spcPts val="0"/>
              </a:spcAft>
              <a:buClr>
                <a:srgbClr val="5B5B5B"/>
              </a:buClr>
              <a:buSzPts val="2200"/>
              <a:buNone/>
              <a:defRPr sz="2200">
                <a:solidFill>
                  <a:srgbClr val="5B5B5B"/>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3" name="Google Shape;233;p89"/>
          <p:cNvSpPr txBox="1"/>
          <p:nvPr>
            <p:ph type="title"/>
          </p:nvPr>
        </p:nvSpPr>
        <p:spPr>
          <a:xfrm>
            <a:off x="106344" y="4114800"/>
            <a:ext cx="7315200" cy="9144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 name="Google Shape;234;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5" name="Google Shape;235;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45" name="Shape 245"/>
        <p:cNvGrpSpPr/>
        <p:nvPr/>
      </p:nvGrpSpPr>
      <p:grpSpPr>
        <a:xfrm>
          <a:off x="0" y="0"/>
          <a:ext cx="0" cy="0"/>
          <a:chOff x="0" y="0"/>
          <a:chExt cx="0" cy="0"/>
        </a:xfrm>
      </p:grpSpPr>
      <p:sp>
        <p:nvSpPr>
          <p:cNvPr id="246" name="Google Shape;246;p91"/>
          <p:cNvSpPr txBox="1"/>
          <p:nvPr>
            <p:ph type="title"/>
          </p:nvPr>
        </p:nvSpPr>
        <p:spPr>
          <a:xfrm>
            <a:off x="2971800" y="1992354"/>
            <a:ext cx="5867400" cy="1970046"/>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3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 name="Google Shape;247;p91"/>
          <p:cNvSpPr txBox="1"/>
          <p:nvPr>
            <p:ph idx="1" type="body"/>
          </p:nvPr>
        </p:nvSpPr>
        <p:spPr>
          <a:xfrm>
            <a:off x="381000" y="5105400"/>
            <a:ext cx="8229601" cy="375787"/>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360"/>
              </a:spcBef>
              <a:spcAft>
                <a:spcPts val="0"/>
              </a:spcAft>
              <a:buClr>
                <a:srgbClr val="717171"/>
              </a:buClr>
              <a:buSzPts val="1800"/>
              <a:buNone/>
              <a:defRPr sz="1800">
                <a:solidFill>
                  <a:srgbClr val="717171"/>
                </a:solidFill>
              </a:defRPr>
            </a:lvl1pPr>
            <a:lvl2pPr indent="-228600" lvl="1" marL="914400" algn="l">
              <a:lnSpc>
                <a:spcPct val="100000"/>
              </a:lnSpc>
              <a:spcBef>
                <a:spcPts val="360"/>
              </a:spcBef>
              <a:spcAft>
                <a:spcPts val="0"/>
              </a:spcAft>
              <a:buClr>
                <a:srgbClr val="8B8B8B"/>
              </a:buClr>
              <a:buSzPts val="1800"/>
              <a:buNone/>
              <a:defRPr sz="1800">
                <a:solidFill>
                  <a:srgbClr val="8B8B8B"/>
                </a:solidFill>
              </a:defRPr>
            </a:lvl2pPr>
            <a:lvl3pPr indent="-228600" lvl="2" marL="1371600" algn="l">
              <a:lnSpc>
                <a:spcPct val="100000"/>
              </a:lnSpc>
              <a:spcBef>
                <a:spcPts val="320"/>
              </a:spcBef>
              <a:spcAft>
                <a:spcPts val="0"/>
              </a:spcAft>
              <a:buClr>
                <a:srgbClr val="8B8B8B"/>
              </a:buClr>
              <a:buSzPts val="1600"/>
              <a:buNone/>
              <a:defRPr sz="1600">
                <a:solidFill>
                  <a:srgbClr val="8B8B8B"/>
                </a:solidFill>
              </a:defRPr>
            </a:lvl3pPr>
            <a:lvl4pPr indent="-228600" lvl="3" marL="1828800" algn="l">
              <a:lnSpc>
                <a:spcPct val="100000"/>
              </a:lnSpc>
              <a:spcBef>
                <a:spcPts val="280"/>
              </a:spcBef>
              <a:spcAft>
                <a:spcPts val="0"/>
              </a:spcAft>
              <a:buClr>
                <a:srgbClr val="8B8B8B"/>
              </a:buClr>
              <a:buSzPts val="1400"/>
              <a:buNone/>
              <a:defRPr sz="1400">
                <a:solidFill>
                  <a:srgbClr val="8B8B8B"/>
                </a:solidFill>
              </a:defRPr>
            </a:lvl4pPr>
            <a:lvl5pPr indent="-228600" lvl="4" marL="2286000" algn="l">
              <a:lnSpc>
                <a:spcPct val="100000"/>
              </a:lnSpc>
              <a:spcBef>
                <a:spcPts val="280"/>
              </a:spcBef>
              <a:spcAft>
                <a:spcPts val="0"/>
              </a:spcAft>
              <a:buClr>
                <a:srgbClr val="8B8B8B"/>
              </a:buClr>
              <a:buSzPts val="1400"/>
              <a:buNone/>
              <a:defRPr sz="1400">
                <a:solidFill>
                  <a:srgbClr val="8B8B8B"/>
                </a:solidFill>
              </a:defRPr>
            </a:lvl5pPr>
            <a:lvl6pPr indent="-228600" lvl="5" marL="2743200" algn="l">
              <a:lnSpc>
                <a:spcPct val="100000"/>
              </a:lnSpc>
              <a:spcBef>
                <a:spcPts val="280"/>
              </a:spcBef>
              <a:spcAft>
                <a:spcPts val="0"/>
              </a:spcAft>
              <a:buClr>
                <a:srgbClr val="8B8B8B"/>
              </a:buClr>
              <a:buSzPts val="1400"/>
              <a:buNone/>
              <a:defRPr sz="1400">
                <a:solidFill>
                  <a:srgbClr val="8B8B8B"/>
                </a:solidFill>
              </a:defRPr>
            </a:lvl6pPr>
            <a:lvl7pPr indent="-228600" lvl="6" marL="3200400" algn="l">
              <a:lnSpc>
                <a:spcPct val="100000"/>
              </a:lnSpc>
              <a:spcBef>
                <a:spcPts val="280"/>
              </a:spcBef>
              <a:spcAft>
                <a:spcPts val="0"/>
              </a:spcAft>
              <a:buClr>
                <a:srgbClr val="8B8B8B"/>
              </a:buClr>
              <a:buSzPts val="1400"/>
              <a:buNone/>
              <a:defRPr sz="1400">
                <a:solidFill>
                  <a:srgbClr val="8B8B8B"/>
                </a:solidFill>
              </a:defRPr>
            </a:lvl7pPr>
            <a:lvl8pPr indent="-228600" lvl="7" marL="3657600" algn="l">
              <a:lnSpc>
                <a:spcPct val="100000"/>
              </a:lnSpc>
              <a:spcBef>
                <a:spcPts val="280"/>
              </a:spcBef>
              <a:spcAft>
                <a:spcPts val="0"/>
              </a:spcAft>
              <a:buClr>
                <a:srgbClr val="8B8B8B"/>
              </a:buClr>
              <a:buSzPts val="1400"/>
              <a:buNone/>
              <a:defRPr sz="1400">
                <a:solidFill>
                  <a:srgbClr val="8B8B8B"/>
                </a:solidFill>
              </a:defRPr>
            </a:lvl8pPr>
            <a:lvl9pPr indent="-228600" lvl="8" marL="4114800" algn="l">
              <a:lnSpc>
                <a:spcPct val="100000"/>
              </a:lnSpc>
              <a:spcBef>
                <a:spcPts val="280"/>
              </a:spcBef>
              <a:spcAft>
                <a:spcPts val="0"/>
              </a:spcAft>
              <a:buClr>
                <a:srgbClr val="8B8B8B"/>
              </a:buClr>
              <a:buSzPts val="1400"/>
              <a:buNone/>
              <a:defRPr sz="1400">
                <a:solidFill>
                  <a:srgbClr val="8B8B8B"/>
                </a:solidFill>
              </a:defRPr>
            </a:lvl9pPr>
          </a:lstStyle>
          <a:p/>
        </p:txBody>
      </p:sp>
      <p:sp>
        <p:nvSpPr>
          <p:cNvPr id="248" name="Google Shape;248;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Emphasis">
  <p:cSld name="Title and Content: Emphasis">
    <p:spTree>
      <p:nvGrpSpPr>
        <p:cNvPr id="257" name="Shape 257"/>
        <p:cNvGrpSpPr/>
        <p:nvPr/>
      </p:nvGrpSpPr>
      <p:grpSpPr>
        <a:xfrm>
          <a:off x="0" y="0"/>
          <a:ext cx="0" cy="0"/>
          <a:chOff x="0" y="0"/>
          <a:chExt cx="0" cy="0"/>
        </a:xfrm>
      </p:grpSpPr>
      <p:sp>
        <p:nvSpPr>
          <p:cNvPr id="258" name="Google Shape;258;p9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9" name="Google Shape;259;p9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464646"/>
              </a:buClr>
              <a:buSzPts val="3200"/>
              <a:buChar char="•"/>
              <a:defRPr>
                <a:solidFill>
                  <a:srgbClr val="464646"/>
                </a:solidFill>
              </a:defRPr>
            </a:lvl1pPr>
            <a:lvl2pPr indent="-406400" lvl="1" marL="914400" algn="l">
              <a:lnSpc>
                <a:spcPct val="100000"/>
              </a:lnSpc>
              <a:spcBef>
                <a:spcPts val="560"/>
              </a:spcBef>
              <a:spcAft>
                <a:spcPts val="0"/>
              </a:spcAft>
              <a:buClr>
                <a:srgbClr val="464646"/>
              </a:buClr>
              <a:buSzPts val="2800"/>
              <a:buChar char="–"/>
              <a:defRPr>
                <a:solidFill>
                  <a:srgbClr val="464646"/>
                </a:solidFill>
              </a:defRPr>
            </a:lvl2pPr>
            <a:lvl3pPr indent="-381000" lvl="2" marL="1371600" algn="l">
              <a:lnSpc>
                <a:spcPct val="100000"/>
              </a:lnSpc>
              <a:spcBef>
                <a:spcPts val="480"/>
              </a:spcBef>
              <a:spcAft>
                <a:spcPts val="0"/>
              </a:spcAft>
              <a:buClr>
                <a:srgbClr val="464646"/>
              </a:buClr>
              <a:buSzPts val="2400"/>
              <a:buChar char="•"/>
              <a:defRPr>
                <a:solidFill>
                  <a:srgbClr val="464646"/>
                </a:solidFill>
              </a:defRPr>
            </a:lvl3pPr>
            <a:lvl4pPr indent="-355600" lvl="3" marL="1828800" algn="l">
              <a:lnSpc>
                <a:spcPct val="100000"/>
              </a:lnSpc>
              <a:spcBef>
                <a:spcPts val="400"/>
              </a:spcBef>
              <a:spcAft>
                <a:spcPts val="0"/>
              </a:spcAft>
              <a:buClr>
                <a:srgbClr val="464646"/>
              </a:buClr>
              <a:buSzPts val="2000"/>
              <a:buChar char="–"/>
              <a:defRPr>
                <a:solidFill>
                  <a:srgbClr val="464646"/>
                </a:solidFill>
              </a:defRPr>
            </a:lvl4pPr>
            <a:lvl5pPr indent="-355600" lvl="4" marL="2286000" algn="l">
              <a:lnSpc>
                <a:spcPct val="100000"/>
              </a:lnSpc>
              <a:spcBef>
                <a:spcPts val="400"/>
              </a:spcBef>
              <a:spcAft>
                <a:spcPts val="0"/>
              </a:spcAft>
              <a:buClr>
                <a:srgbClr val="464646"/>
              </a:buClr>
              <a:buSzPts val="2000"/>
              <a:buChar char="»"/>
              <a:defRPr>
                <a:solidFill>
                  <a:srgbClr val="464646"/>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0" name="Google Shape;260;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 name="Google Shape;262;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269" name="Shape 269"/>
        <p:cNvGrpSpPr/>
        <p:nvPr/>
      </p:nvGrpSpPr>
      <p:grpSpPr>
        <a:xfrm>
          <a:off x="0" y="0"/>
          <a:ext cx="0" cy="0"/>
          <a:chOff x="0" y="0"/>
          <a:chExt cx="0" cy="0"/>
        </a:xfrm>
      </p:grpSpPr>
      <p:sp>
        <p:nvSpPr>
          <p:cNvPr id="270" name="Google Shape;270;p95"/>
          <p:cNvSpPr txBox="1"/>
          <p:nvPr>
            <p:ph type="title"/>
          </p:nvPr>
        </p:nvSpPr>
        <p:spPr>
          <a:xfrm>
            <a:off x="380999" y="1"/>
            <a:ext cx="7068015" cy="838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sz="28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 name="Google Shape;271;p95"/>
          <p:cNvSpPr txBox="1"/>
          <p:nvPr>
            <p:ph idx="1" type="body"/>
          </p:nvPr>
        </p:nvSpPr>
        <p:spPr>
          <a:xfrm>
            <a:off x="457200" y="1676402"/>
            <a:ext cx="4038600" cy="3971455"/>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464646"/>
              </a:buClr>
              <a:buSzPts val="2800"/>
              <a:buChar char="•"/>
              <a:defRPr sz="2800">
                <a:solidFill>
                  <a:srgbClr val="464646"/>
                </a:solidFill>
              </a:defRPr>
            </a:lvl1pPr>
            <a:lvl2pPr indent="-381000" lvl="1" marL="914400" algn="l">
              <a:lnSpc>
                <a:spcPct val="100000"/>
              </a:lnSpc>
              <a:spcBef>
                <a:spcPts val="480"/>
              </a:spcBef>
              <a:spcAft>
                <a:spcPts val="0"/>
              </a:spcAft>
              <a:buClr>
                <a:srgbClr val="464646"/>
              </a:buClr>
              <a:buSzPts val="2400"/>
              <a:buChar char="–"/>
              <a:defRPr sz="2400">
                <a:solidFill>
                  <a:srgbClr val="464646"/>
                </a:solidFill>
              </a:defRPr>
            </a:lvl2pPr>
            <a:lvl3pPr indent="-355600" lvl="2" marL="1371600" algn="l">
              <a:lnSpc>
                <a:spcPct val="100000"/>
              </a:lnSpc>
              <a:spcBef>
                <a:spcPts val="400"/>
              </a:spcBef>
              <a:spcAft>
                <a:spcPts val="0"/>
              </a:spcAft>
              <a:buClr>
                <a:srgbClr val="464646"/>
              </a:buClr>
              <a:buSzPts val="2000"/>
              <a:buChar char="•"/>
              <a:defRPr sz="2000">
                <a:solidFill>
                  <a:srgbClr val="464646"/>
                </a:solidFill>
              </a:defRPr>
            </a:lvl3pPr>
            <a:lvl4pPr indent="-342900" lvl="3" marL="1828800" algn="l">
              <a:lnSpc>
                <a:spcPct val="100000"/>
              </a:lnSpc>
              <a:spcBef>
                <a:spcPts val="360"/>
              </a:spcBef>
              <a:spcAft>
                <a:spcPts val="0"/>
              </a:spcAft>
              <a:buClr>
                <a:srgbClr val="464646"/>
              </a:buClr>
              <a:buSzPts val="1800"/>
              <a:buChar char="–"/>
              <a:defRPr sz="1800">
                <a:solidFill>
                  <a:srgbClr val="464646"/>
                </a:solidFill>
              </a:defRPr>
            </a:lvl4pPr>
            <a:lvl5pPr indent="-342900" lvl="4" marL="2286000" algn="l">
              <a:lnSpc>
                <a:spcPct val="100000"/>
              </a:lnSpc>
              <a:spcBef>
                <a:spcPts val="360"/>
              </a:spcBef>
              <a:spcAft>
                <a:spcPts val="0"/>
              </a:spcAft>
              <a:buClr>
                <a:srgbClr val="464646"/>
              </a:buClr>
              <a:buSzPts val="1800"/>
              <a:buChar char="»"/>
              <a:defRPr sz="1800">
                <a:solidFill>
                  <a:srgbClr val="464646"/>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2" name="Google Shape;272;p95"/>
          <p:cNvSpPr txBox="1"/>
          <p:nvPr>
            <p:ph idx="2" type="body"/>
          </p:nvPr>
        </p:nvSpPr>
        <p:spPr>
          <a:xfrm>
            <a:off x="4648200" y="1676400"/>
            <a:ext cx="4038600" cy="3971454"/>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464646"/>
              </a:buClr>
              <a:buSzPts val="2800"/>
              <a:buChar char="•"/>
              <a:defRPr sz="2800">
                <a:solidFill>
                  <a:srgbClr val="464646"/>
                </a:solidFill>
              </a:defRPr>
            </a:lvl1pPr>
            <a:lvl2pPr indent="-381000" lvl="1" marL="914400" algn="l">
              <a:lnSpc>
                <a:spcPct val="100000"/>
              </a:lnSpc>
              <a:spcBef>
                <a:spcPts val="480"/>
              </a:spcBef>
              <a:spcAft>
                <a:spcPts val="0"/>
              </a:spcAft>
              <a:buClr>
                <a:srgbClr val="464646"/>
              </a:buClr>
              <a:buSzPts val="2400"/>
              <a:buChar char="–"/>
              <a:defRPr sz="2400">
                <a:solidFill>
                  <a:srgbClr val="464646"/>
                </a:solidFill>
              </a:defRPr>
            </a:lvl2pPr>
            <a:lvl3pPr indent="-355600" lvl="2" marL="1371600" algn="l">
              <a:lnSpc>
                <a:spcPct val="100000"/>
              </a:lnSpc>
              <a:spcBef>
                <a:spcPts val="400"/>
              </a:spcBef>
              <a:spcAft>
                <a:spcPts val="0"/>
              </a:spcAft>
              <a:buClr>
                <a:srgbClr val="464646"/>
              </a:buClr>
              <a:buSzPts val="2000"/>
              <a:buChar char="•"/>
              <a:defRPr sz="2000">
                <a:solidFill>
                  <a:srgbClr val="464646"/>
                </a:solidFill>
              </a:defRPr>
            </a:lvl3pPr>
            <a:lvl4pPr indent="-342900" lvl="3" marL="1828800" algn="l">
              <a:lnSpc>
                <a:spcPct val="100000"/>
              </a:lnSpc>
              <a:spcBef>
                <a:spcPts val="360"/>
              </a:spcBef>
              <a:spcAft>
                <a:spcPts val="0"/>
              </a:spcAft>
              <a:buClr>
                <a:srgbClr val="464646"/>
              </a:buClr>
              <a:buSzPts val="1800"/>
              <a:buChar char="–"/>
              <a:defRPr sz="1800">
                <a:solidFill>
                  <a:srgbClr val="464646"/>
                </a:solidFill>
              </a:defRPr>
            </a:lvl4pPr>
            <a:lvl5pPr indent="-342900" lvl="4" marL="2286000" algn="l">
              <a:lnSpc>
                <a:spcPct val="100000"/>
              </a:lnSpc>
              <a:spcBef>
                <a:spcPts val="360"/>
              </a:spcBef>
              <a:spcAft>
                <a:spcPts val="0"/>
              </a:spcAft>
              <a:buClr>
                <a:srgbClr val="464646"/>
              </a:buClr>
              <a:buSzPts val="1800"/>
              <a:buChar char="»"/>
              <a:defRPr sz="1800">
                <a:solidFill>
                  <a:srgbClr val="464646"/>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3" name="Google Shape;273;p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4" name="Google Shape;274;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283" name="Shape 283"/>
        <p:cNvGrpSpPr/>
        <p:nvPr/>
      </p:nvGrpSpPr>
      <p:grpSpPr>
        <a:xfrm>
          <a:off x="0" y="0"/>
          <a:ext cx="0" cy="0"/>
          <a:chOff x="0" y="0"/>
          <a:chExt cx="0" cy="0"/>
        </a:xfrm>
      </p:grpSpPr>
      <p:sp>
        <p:nvSpPr>
          <p:cNvPr id="284" name="Google Shape;284;p97"/>
          <p:cNvSpPr txBox="1"/>
          <p:nvPr>
            <p:ph type="title"/>
          </p:nvPr>
        </p:nvSpPr>
        <p:spPr>
          <a:xfrm>
            <a:off x="1124400" y="2077200"/>
            <a:ext cx="7010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5" name="Google Shape;285;p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6" name="Google Shape;286;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7" name="Google Shape;287;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Emphasis" showMasterSp="0">
  <p:cSld name="Title Only: Emphasis">
    <p:spTree>
      <p:nvGrpSpPr>
        <p:cNvPr id="294" name="Shape 294"/>
        <p:cNvGrpSpPr/>
        <p:nvPr/>
      </p:nvGrpSpPr>
      <p:grpSpPr>
        <a:xfrm>
          <a:off x="0" y="0"/>
          <a:ext cx="0" cy="0"/>
          <a:chOff x="0" y="0"/>
          <a:chExt cx="0" cy="0"/>
        </a:xfrm>
      </p:grpSpPr>
      <p:sp>
        <p:nvSpPr>
          <p:cNvPr id="295" name="Google Shape;295;p99"/>
          <p:cNvSpPr txBox="1"/>
          <p:nvPr>
            <p:ph type="title"/>
          </p:nvPr>
        </p:nvSpPr>
        <p:spPr>
          <a:xfrm>
            <a:off x="290400" y="3081000"/>
            <a:ext cx="8686800" cy="1095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b="1" sz="4600">
                <a:solidFill>
                  <a:srgbClr val="BFBFBF"/>
                </a:solidFill>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6" name="Google Shape;296;p99"/>
          <p:cNvSpPr txBox="1"/>
          <p:nvPr>
            <p:ph idx="1" type="body"/>
          </p:nvPr>
        </p:nvSpPr>
        <p:spPr>
          <a:xfrm>
            <a:off x="283952" y="2424752"/>
            <a:ext cx="8694000" cy="639762"/>
          </a:xfrm>
          <a:prstGeom prst="rect">
            <a:avLst/>
          </a:prstGeom>
          <a:noFill/>
          <a:ln>
            <a:noFill/>
          </a:ln>
        </p:spPr>
        <p:txBody>
          <a:bodyPr anchorCtr="0" anchor="b" bIns="45700" lIns="91425" spcFirstLastPara="1" rIns="91425" wrap="square" tIns="45700">
            <a:normAutofit/>
          </a:bodyPr>
          <a:lstStyle>
            <a:lvl1pPr indent="-228600" lvl="0" marL="457200" algn="ctr">
              <a:lnSpc>
                <a:spcPct val="100000"/>
              </a:lnSpc>
              <a:spcBef>
                <a:spcPts val="560"/>
              </a:spcBef>
              <a:spcAft>
                <a:spcPts val="0"/>
              </a:spcAft>
              <a:buClr>
                <a:srgbClr val="2E507A"/>
              </a:buClr>
              <a:buSzPts val="2800"/>
              <a:buNone/>
              <a:defRPr sz="2800">
                <a:solidFill>
                  <a:srgbClr val="2E507A"/>
                </a:solidFill>
                <a:latin typeface="Calibri"/>
                <a:ea typeface="Calibri"/>
                <a:cs typeface="Calibri"/>
                <a:sym typeface="Calibri"/>
              </a:defRPr>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97" name="Google Shape;297;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ext " showMasterSp="0">
  <p:cSld name="Title with Text ">
    <p:spTree>
      <p:nvGrpSpPr>
        <p:cNvPr id="307" name="Shape 307"/>
        <p:cNvGrpSpPr/>
        <p:nvPr/>
      </p:nvGrpSpPr>
      <p:grpSpPr>
        <a:xfrm>
          <a:off x="0" y="0"/>
          <a:ext cx="0" cy="0"/>
          <a:chOff x="0" y="0"/>
          <a:chExt cx="0" cy="0"/>
        </a:xfrm>
      </p:grpSpPr>
      <p:sp>
        <p:nvSpPr>
          <p:cNvPr id="308" name="Google Shape;308;p101"/>
          <p:cNvSpPr txBox="1"/>
          <p:nvPr>
            <p:ph type="title"/>
          </p:nvPr>
        </p:nvSpPr>
        <p:spPr>
          <a:xfrm>
            <a:off x="414867" y="3200400"/>
            <a:ext cx="7010400" cy="1676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sz="4000">
                <a:solidFill>
                  <a:schemeClr val="lt1"/>
                </a:solidFill>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 name="Google Shape;309;p101"/>
          <p:cNvSpPr txBox="1"/>
          <p:nvPr>
            <p:ph idx="1" type="body"/>
          </p:nvPr>
        </p:nvSpPr>
        <p:spPr>
          <a:xfrm>
            <a:off x="4648200" y="664780"/>
            <a:ext cx="4191000" cy="381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Clr>
                <a:srgbClr val="A5A5A5"/>
              </a:buClr>
              <a:buSzPts val="1800"/>
              <a:buNone/>
              <a:defRPr b="1" sz="1800">
                <a:solidFill>
                  <a:srgbClr val="A5A5A5"/>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0" name="Google Shape;310;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1" name="Google Shape;311;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2" name="Google Shape;312;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319" name="Shape 319"/>
        <p:cNvGrpSpPr/>
        <p:nvPr/>
      </p:nvGrpSpPr>
      <p:grpSpPr>
        <a:xfrm>
          <a:off x="0" y="0"/>
          <a:ext cx="0" cy="0"/>
          <a:chOff x="0" y="0"/>
          <a:chExt cx="0" cy="0"/>
        </a:xfrm>
      </p:grpSpPr>
      <p:sp>
        <p:nvSpPr>
          <p:cNvPr id="320" name="Google Shape;320;p103"/>
          <p:cNvSpPr txBox="1"/>
          <p:nvPr>
            <p:ph type="title"/>
          </p:nvPr>
        </p:nvSpPr>
        <p:spPr>
          <a:xfrm>
            <a:off x="228600" y="609600"/>
            <a:ext cx="3008313" cy="8255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1" name="Google Shape;321;p103"/>
          <p:cNvSpPr txBox="1"/>
          <p:nvPr>
            <p:ph idx="1" type="body"/>
          </p:nvPr>
        </p:nvSpPr>
        <p:spPr>
          <a:xfrm>
            <a:off x="3803650" y="609600"/>
            <a:ext cx="5111750" cy="53340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lt1"/>
              </a:buClr>
              <a:buSzPts val="2800"/>
              <a:buChar char="•"/>
              <a:defRPr sz="2800">
                <a:solidFill>
                  <a:schemeClr val="lt1"/>
                </a:solidFill>
              </a:defRPr>
            </a:lvl1pPr>
            <a:lvl2pPr indent="-406400" lvl="1" marL="914400" algn="l">
              <a:lnSpc>
                <a:spcPct val="100000"/>
              </a:lnSpc>
              <a:spcBef>
                <a:spcPts val="560"/>
              </a:spcBef>
              <a:spcAft>
                <a:spcPts val="0"/>
              </a:spcAft>
              <a:buClr>
                <a:schemeClr val="lt1"/>
              </a:buClr>
              <a:buSzPts val="2800"/>
              <a:buChar char="–"/>
              <a:defRPr sz="2800">
                <a:solidFill>
                  <a:schemeClr val="lt1"/>
                </a:solidFill>
              </a:defRPr>
            </a:lvl2pPr>
            <a:lvl3pPr indent="-381000" lvl="2" marL="1371600" algn="l">
              <a:lnSpc>
                <a:spcPct val="100000"/>
              </a:lnSpc>
              <a:spcBef>
                <a:spcPts val="480"/>
              </a:spcBef>
              <a:spcAft>
                <a:spcPts val="0"/>
              </a:spcAft>
              <a:buClr>
                <a:schemeClr val="lt1"/>
              </a:buClr>
              <a:buSzPts val="2400"/>
              <a:buChar char="•"/>
              <a:defRPr sz="2400">
                <a:solidFill>
                  <a:schemeClr val="lt1"/>
                </a:solidFill>
              </a:defRPr>
            </a:lvl3pPr>
            <a:lvl4pPr indent="-355600" lvl="3" marL="1828800" algn="l">
              <a:lnSpc>
                <a:spcPct val="100000"/>
              </a:lnSpc>
              <a:spcBef>
                <a:spcPts val="400"/>
              </a:spcBef>
              <a:spcAft>
                <a:spcPts val="0"/>
              </a:spcAft>
              <a:buClr>
                <a:schemeClr val="lt1"/>
              </a:buClr>
              <a:buSzPts val="2000"/>
              <a:buChar char="–"/>
              <a:defRPr sz="2000">
                <a:solidFill>
                  <a:schemeClr val="lt1"/>
                </a:solidFill>
              </a:defRPr>
            </a:lvl4pPr>
            <a:lvl5pPr indent="-355600" lvl="4" marL="2286000" algn="l">
              <a:lnSpc>
                <a:spcPct val="100000"/>
              </a:lnSpc>
              <a:spcBef>
                <a:spcPts val="400"/>
              </a:spcBef>
              <a:spcAft>
                <a:spcPts val="0"/>
              </a:spcAft>
              <a:buClr>
                <a:schemeClr val="lt1"/>
              </a:buClr>
              <a:buSzPts val="2000"/>
              <a:buChar char="»"/>
              <a:defRPr sz="2000">
                <a:solidFill>
                  <a:schemeClr val="lt1"/>
                </a:solidFill>
              </a:defRPr>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322" name="Google Shape;322;p103"/>
          <p:cNvSpPr txBox="1"/>
          <p:nvPr>
            <p:ph idx="2" type="body"/>
          </p:nvPr>
        </p:nvSpPr>
        <p:spPr>
          <a:xfrm>
            <a:off x="228600" y="1435101"/>
            <a:ext cx="3008313" cy="3822699"/>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5B5B5B"/>
              </a:buClr>
              <a:buSzPts val="1400"/>
              <a:buNone/>
              <a:defRPr sz="1400">
                <a:solidFill>
                  <a:srgbClr val="5B5B5B"/>
                </a:solidFill>
              </a:defRPr>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23" name="Google Shape;323;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4" name="Google Shape;324;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5" name="Google Shape;325;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with Caption" showMasterSp="0">
  <p:cSld name="Media with Caption">
    <p:spTree>
      <p:nvGrpSpPr>
        <p:cNvPr id="333" name="Shape 333"/>
        <p:cNvGrpSpPr/>
        <p:nvPr/>
      </p:nvGrpSpPr>
      <p:grpSpPr>
        <a:xfrm>
          <a:off x="0" y="0"/>
          <a:ext cx="0" cy="0"/>
          <a:chOff x="0" y="0"/>
          <a:chExt cx="0" cy="0"/>
        </a:xfrm>
      </p:grpSpPr>
      <p:sp>
        <p:nvSpPr>
          <p:cNvPr id="334" name="Google Shape;334;p105"/>
          <p:cNvSpPr txBox="1"/>
          <p:nvPr>
            <p:ph type="title"/>
          </p:nvPr>
        </p:nvSpPr>
        <p:spPr>
          <a:xfrm>
            <a:off x="606552" y="4800600"/>
            <a:ext cx="4809244"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SzPts val="1400"/>
              <a:buNone/>
              <a:defRPr b="0" i="1" sz="1800">
                <a:solidFill>
                  <a:srgbClr val="D8D8D8"/>
                </a:solidFill>
                <a:latin typeface="Georgia"/>
                <a:ea typeface="Georgia"/>
                <a:cs typeface="Georgia"/>
                <a:sym typeface="Georgia"/>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5" name="Google Shape;335;p105"/>
          <p:cNvSpPr/>
          <p:nvPr>
            <p:ph idx="2" type="media"/>
          </p:nvPr>
        </p:nvSpPr>
        <p:spPr>
          <a:xfrm>
            <a:off x="587022" y="838200"/>
            <a:ext cx="4873752" cy="3812822"/>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6" name="Google Shape;336;p105"/>
          <p:cNvSpPr txBox="1"/>
          <p:nvPr>
            <p:ph idx="1" type="body"/>
          </p:nvPr>
        </p:nvSpPr>
        <p:spPr>
          <a:xfrm>
            <a:off x="5776863" y="838200"/>
            <a:ext cx="2819400" cy="463691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Clr>
                <a:schemeClr val="lt1"/>
              </a:buClr>
              <a:buSzPts val="2400"/>
              <a:buNone/>
              <a:defRPr sz="24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7" name="Google Shape;337;p1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8" name="Google Shape;338;p1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9" name="Google Shape;339;p1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347" name="Shape 347"/>
        <p:cNvGrpSpPr/>
        <p:nvPr/>
      </p:nvGrpSpPr>
      <p:grpSpPr>
        <a:xfrm>
          <a:off x="0" y="0"/>
          <a:ext cx="0" cy="0"/>
          <a:chOff x="0" y="0"/>
          <a:chExt cx="0" cy="0"/>
        </a:xfrm>
      </p:grpSpPr>
      <p:sp>
        <p:nvSpPr>
          <p:cNvPr id="348" name="Google Shape;348;p10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SzPts val="1400"/>
              <a:buNone/>
              <a:defRPr b="0" i="1" sz="1800">
                <a:solidFill>
                  <a:srgbClr val="D8D8D8"/>
                </a:solidFill>
                <a:latin typeface="Georgia"/>
                <a:ea typeface="Georgia"/>
                <a:cs typeface="Georgia"/>
                <a:sym typeface="Georgia"/>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9" name="Google Shape;349;p107"/>
          <p:cNvSpPr/>
          <p:nvPr>
            <p:ph idx="2" type="pic"/>
          </p:nvPr>
        </p:nvSpPr>
        <p:spPr>
          <a:xfrm>
            <a:off x="1792288" y="612775"/>
            <a:ext cx="5486400" cy="4114800"/>
          </a:xfrm>
          <a:prstGeom prst="rect">
            <a:avLst/>
          </a:prstGeom>
          <a:noFill/>
          <a:ln>
            <a:noFill/>
          </a:ln>
        </p:spPr>
      </p:sp>
      <p:sp>
        <p:nvSpPr>
          <p:cNvPr id="350" name="Google Shape;350;p107"/>
          <p:cNvSpPr txBox="1"/>
          <p:nvPr>
            <p:ph idx="1" type="body"/>
          </p:nvPr>
        </p:nvSpPr>
        <p:spPr>
          <a:xfrm>
            <a:off x="1792288" y="5562600"/>
            <a:ext cx="5486400" cy="6096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51" name="Google Shape;351;p1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2" name="Google Shape;352;p1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3" name="Google Shape;353;p1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p:cSld name="Title and Vertical Text">
    <p:spTree>
      <p:nvGrpSpPr>
        <p:cNvPr id="360" name="Shape 360"/>
        <p:cNvGrpSpPr/>
        <p:nvPr/>
      </p:nvGrpSpPr>
      <p:grpSpPr>
        <a:xfrm>
          <a:off x="0" y="0"/>
          <a:ext cx="0" cy="0"/>
          <a:chOff x="0" y="0"/>
          <a:chExt cx="0" cy="0"/>
        </a:xfrm>
      </p:grpSpPr>
      <p:sp>
        <p:nvSpPr>
          <p:cNvPr id="361" name="Google Shape;361;p109"/>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2" name="Google Shape;362;p109"/>
          <p:cNvSpPr txBox="1"/>
          <p:nvPr>
            <p:ph type="title"/>
          </p:nvPr>
        </p:nvSpPr>
        <p:spPr>
          <a:xfrm>
            <a:off x="0" y="414867"/>
            <a:ext cx="5029200" cy="457200"/>
          </a:xfrm>
          <a:prstGeom prst="rect">
            <a:avLst/>
          </a:prstGeom>
          <a:solidFill>
            <a:srgbClr val="929292"/>
          </a:solid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800">
                <a:solidFill>
                  <a:schemeClr val="lt1"/>
                </a:solidFill>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3" name="Google Shape;363;p10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4" name="Google Shape;364;p1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5" name="Google Shape;365;p1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372" name="Shape 372"/>
        <p:cNvGrpSpPr/>
        <p:nvPr/>
      </p:nvGrpSpPr>
      <p:grpSpPr>
        <a:xfrm>
          <a:off x="0" y="0"/>
          <a:ext cx="0" cy="0"/>
          <a:chOff x="0" y="0"/>
          <a:chExt cx="0" cy="0"/>
        </a:xfrm>
      </p:grpSpPr>
      <p:sp>
        <p:nvSpPr>
          <p:cNvPr id="373" name="Google Shape;373;p111"/>
          <p:cNvSpPr txBox="1"/>
          <p:nvPr>
            <p:ph type="title"/>
          </p:nvPr>
        </p:nvSpPr>
        <p:spPr>
          <a:xfrm rot="5400000">
            <a:off x="3817938" y="2171701"/>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4" name="Google Shape;374;p111"/>
          <p:cNvSpPr txBox="1"/>
          <p:nvPr>
            <p:ph idx="1" type="body"/>
          </p:nvPr>
        </p:nvSpPr>
        <p:spPr>
          <a:xfrm rot="5400000">
            <a:off x="84138" y="647701"/>
            <a:ext cx="5851525" cy="5105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5" name="Google Shape;375;p1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6" name="Google Shape;376;p1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7" name="Google Shape;377;p1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385" name="Shape 385"/>
        <p:cNvGrpSpPr/>
        <p:nvPr/>
      </p:nvGrpSpPr>
      <p:grpSpPr>
        <a:xfrm>
          <a:off x="0" y="0"/>
          <a:ext cx="0" cy="0"/>
          <a:chOff x="0" y="0"/>
          <a:chExt cx="0" cy="0"/>
        </a:xfrm>
      </p:grpSpPr>
      <p:sp>
        <p:nvSpPr>
          <p:cNvPr id="386" name="Google Shape;386;p1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7" name="Google Shape;387;p1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8" name="Google Shape;388;p1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8.jpg"/><Relationship Id="rId3" Type="http://schemas.openxmlformats.org/officeDocument/2006/relationships/image" Target="../media/image18.jpg"/><Relationship Id="rId4" Type="http://schemas.openxmlformats.org/officeDocument/2006/relationships/image" Target="../media/image15.jpg"/><Relationship Id="rId5" Type="http://schemas.openxmlformats.org/officeDocument/2006/relationships/image" Target="../media/image6.jpg"/><Relationship Id="rId6" Type="http://schemas.openxmlformats.org/officeDocument/2006/relationships/slideLayout" Target="../slideLayouts/slideLayout1.xml"/><Relationship Id="rId7" Type="http://schemas.openxmlformats.org/officeDocument/2006/relationships/theme" Target="../theme/theme1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0.jpg"/><Relationship Id="rId2" Type="http://schemas.openxmlformats.org/officeDocument/2006/relationships/image" Target="../media/image2.jpg"/><Relationship Id="rId3" Type="http://schemas.openxmlformats.org/officeDocument/2006/relationships/slideLayout" Target="../slideLayouts/slideLayout2.xml"/><Relationship Id="rId4" Type="http://schemas.openxmlformats.org/officeDocument/2006/relationships/theme" Target="../theme/theme1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0.jpg"/><Relationship Id="rId2" Type="http://schemas.openxmlformats.org/officeDocument/2006/relationships/image" Target="../media/image2.jpg"/><Relationship Id="rId3" Type="http://schemas.openxmlformats.org/officeDocument/2006/relationships/slideLayout" Target="../slideLayouts/slideLayout3.xml"/><Relationship Id="rId4" Type="http://schemas.openxmlformats.org/officeDocument/2006/relationships/theme" Target="../theme/theme28.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4.xml"/><Relationship Id="rId3" Type="http://schemas.openxmlformats.org/officeDocument/2006/relationships/theme" Target="../theme/theme16.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theme" Target="../theme/theme3.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theme" Target="../theme/theme8.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25.jpg"/><Relationship Id="rId2" Type="http://schemas.openxmlformats.org/officeDocument/2006/relationships/slideLayout" Target="../slideLayouts/slideLayout5.xml"/><Relationship Id="rId3" Type="http://schemas.openxmlformats.org/officeDocument/2006/relationships/theme" Target="../theme/theme1.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2.jpg"/><Relationship Id="rId3" Type="http://schemas.openxmlformats.org/officeDocument/2006/relationships/slideLayout" Target="../slideLayouts/slideLayout6.xml"/><Relationship Id="rId4" Type="http://schemas.openxmlformats.org/officeDocument/2006/relationships/theme" Target="../theme/theme20.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20.jpg"/><Relationship Id="rId2" Type="http://schemas.openxmlformats.org/officeDocument/2006/relationships/slideLayout" Target="../slideLayouts/slideLayout7.xml"/><Relationship Id="rId3" Type="http://schemas.openxmlformats.org/officeDocument/2006/relationships/theme" Target="../theme/theme5.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6.jpg"/><Relationship Id="rId3" Type="http://schemas.openxmlformats.org/officeDocument/2006/relationships/slideLayout" Target="../slideLayouts/slideLayout8.xml"/><Relationship Id="rId4" Type="http://schemas.openxmlformats.org/officeDocument/2006/relationships/theme" Target="../theme/theme14.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14.jpg"/><Relationship Id="rId2" Type="http://schemas.openxmlformats.org/officeDocument/2006/relationships/slideLayout" Target="../slideLayouts/slideLayout9.xml"/><Relationship Id="rId3" Type="http://schemas.openxmlformats.org/officeDocument/2006/relationships/theme" Target="../theme/theme29.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16.jpg"/><Relationship Id="rId2" Type="http://schemas.openxmlformats.org/officeDocument/2006/relationships/slideLayout" Target="../slideLayouts/slideLayout10.xml"/><Relationship Id="rId3" Type="http://schemas.openxmlformats.org/officeDocument/2006/relationships/theme" Target="../theme/theme21.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28.jpg"/><Relationship Id="rId2" Type="http://schemas.openxmlformats.org/officeDocument/2006/relationships/slideLayout" Target="../slideLayouts/slideLayout11.xml"/><Relationship Id="rId3" Type="http://schemas.openxmlformats.org/officeDocument/2006/relationships/theme" Target="../theme/theme26.xml"/></Relationships>
</file>

<file path=ppt/slideMasters/_rels/slideMaster14.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2.xml"/><Relationship Id="rId3" Type="http://schemas.openxmlformats.org/officeDocument/2006/relationships/theme" Target="../theme/theme23.xml"/></Relationships>
</file>

<file path=ppt/slideMasters/_rels/slideMaster15.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3.xml"/><Relationship Id="rId3" Type="http://schemas.openxmlformats.org/officeDocument/2006/relationships/theme" Target="../theme/theme30.xml"/></Relationships>
</file>

<file path=ppt/slideMasters/_rels/slideMaster1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4.xml"/><Relationship Id="rId3" Type="http://schemas.openxmlformats.org/officeDocument/2006/relationships/theme" Target="../theme/theme15.xml"/></Relationships>
</file>

<file path=ppt/slideMasters/_rels/slideMaster17.xml.rels><?xml version="1.0" encoding="UTF-8" standalone="yes"?><Relationships xmlns="http://schemas.openxmlformats.org/package/2006/relationships"><Relationship Id="rId1" Type="http://schemas.openxmlformats.org/officeDocument/2006/relationships/image" Target="../media/image19.jpg"/><Relationship Id="rId2" Type="http://schemas.openxmlformats.org/officeDocument/2006/relationships/slideLayout" Target="../slideLayouts/slideLayout15.xml"/><Relationship Id="rId3" Type="http://schemas.openxmlformats.org/officeDocument/2006/relationships/theme" Target="../theme/theme6.xml"/></Relationships>
</file>

<file path=ppt/slideMasters/_rels/slideMaster18.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8.jpg"/><Relationship Id="rId3" Type="http://schemas.openxmlformats.org/officeDocument/2006/relationships/image" Target="../media/image18.jpg"/><Relationship Id="rId4" Type="http://schemas.openxmlformats.org/officeDocument/2006/relationships/image" Target="../media/image15.jpg"/><Relationship Id="rId5" Type="http://schemas.openxmlformats.org/officeDocument/2006/relationships/image" Target="../media/image6.jpg"/><Relationship Id="rId6" Type="http://schemas.openxmlformats.org/officeDocument/2006/relationships/slideLayout" Target="../slideLayouts/slideLayout16.xml"/><Relationship Id="rId7" Type="http://schemas.openxmlformats.org/officeDocument/2006/relationships/theme" Target="../theme/theme22.xml"/></Relationships>
</file>

<file path=ppt/slideMasters/_rels/slideMaster19.xml.rels><?xml version="1.0" encoding="UTF-8" standalone="yes"?><Relationships xmlns="http://schemas.openxmlformats.org/package/2006/relationships"><Relationship Id="rId1" Type="http://schemas.openxmlformats.org/officeDocument/2006/relationships/image" Target="../media/image25.jpg"/><Relationship Id="rId2" Type="http://schemas.openxmlformats.org/officeDocument/2006/relationships/slideLayout" Target="../slideLayouts/slideLayout17.xml"/><Relationship Id="rId3" Type="http://schemas.openxmlformats.org/officeDocument/2006/relationships/theme" Target="../theme/theme18.xml"/></Relationships>
</file>

<file path=ppt/slideMasters/_rels/slideMaster20.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2.jpg"/><Relationship Id="rId3" Type="http://schemas.openxmlformats.org/officeDocument/2006/relationships/slideLayout" Target="../slideLayouts/slideLayout18.xml"/><Relationship Id="rId4" Type="http://schemas.openxmlformats.org/officeDocument/2006/relationships/theme" Target="../theme/theme19.xml"/></Relationships>
</file>

<file path=ppt/slideMasters/_rels/slideMaster21.xml.rels><?xml version="1.0" encoding="UTF-8" standalone="yes"?><Relationships xmlns="http://schemas.openxmlformats.org/package/2006/relationships"><Relationship Id="rId1" Type="http://schemas.openxmlformats.org/officeDocument/2006/relationships/image" Target="../media/image20.jpg"/><Relationship Id="rId2" Type="http://schemas.openxmlformats.org/officeDocument/2006/relationships/slideLayout" Target="../slideLayouts/slideLayout19.xml"/><Relationship Id="rId3" Type="http://schemas.openxmlformats.org/officeDocument/2006/relationships/theme" Target="../theme/theme31.xml"/></Relationships>
</file>

<file path=ppt/slideMasters/_rels/slideMaster2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6.jpg"/><Relationship Id="rId3" Type="http://schemas.openxmlformats.org/officeDocument/2006/relationships/slideLayout" Target="../slideLayouts/slideLayout20.xml"/><Relationship Id="rId4" Type="http://schemas.openxmlformats.org/officeDocument/2006/relationships/theme" Target="../theme/theme4.xml"/></Relationships>
</file>

<file path=ppt/slideMasters/_rels/slideMaster23.xml.rels><?xml version="1.0" encoding="UTF-8" standalone="yes"?><Relationships xmlns="http://schemas.openxmlformats.org/package/2006/relationships"><Relationship Id="rId1" Type="http://schemas.openxmlformats.org/officeDocument/2006/relationships/image" Target="../media/image14.jpg"/><Relationship Id="rId2" Type="http://schemas.openxmlformats.org/officeDocument/2006/relationships/slideLayout" Target="../slideLayouts/slideLayout21.xml"/><Relationship Id="rId3" Type="http://schemas.openxmlformats.org/officeDocument/2006/relationships/theme" Target="../theme/theme7.xml"/></Relationships>
</file>

<file path=ppt/slideMasters/_rels/slideMaster24.xml.rels><?xml version="1.0" encoding="UTF-8" standalone="yes"?><Relationships xmlns="http://schemas.openxmlformats.org/package/2006/relationships"><Relationship Id="rId1" Type="http://schemas.openxmlformats.org/officeDocument/2006/relationships/image" Target="../media/image16.jpg"/><Relationship Id="rId2" Type="http://schemas.openxmlformats.org/officeDocument/2006/relationships/slideLayout" Target="../slideLayouts/slideLayout22.xml"/><Relationship Id="rId3" Type="http://schemas.openxmlformats.org/officeDocument/2006/relationships/theme" Target="../theme/theme9.xml"/></Relationships>
</file>

<file path=ppt/slideMasters/_rels/slideMaster25.xml.rels><?xml version="1.0" encoding="UTF-8" standalone="yes"?><Relationships xmlns="http://schemas.openxmlformats.org/package/2006/relationships"><Relationship Id="rId1" Type="http://schemas.openxmlformats.org/officeDocument/2006/relationships/image" Target="../media/image28.jpg"/><Relationship Id="rId2" Type="http://schemas.openxmlformats.org/officeDocument/2006/relationships/slideLayout" Target="../slideLayouts/slideLayout23.xml"/><Relationship Id="rId3" Type="http://schemas.openxmlformats.org/officeDocument/2006/relationships/theme" Target="../theme/theme10.xml"/></Relationships>
</file>

<file path=ppt/slideMasters/_rels/slideMaster26.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24.xml"/><Relationship Id="rId3" Type="http://schemas.openxmlformats.org/officeDocument/2006/relationships/theme" Target="../theme/theme11.xml"/></Relationships>
</file>

<file path=ppt/slideMasters/_rels/slideMaster27.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25.xml"/><Relationship Id="rId3" Type="http://schemas.openxmlformats.org/officeDocument/2006/relationships/theme" Target="../theme/theme25.xml"/></Relationships>
</file>

<file path=ppt/slideMasters/_rels/slideMaster2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26.xml"/><Relationship Id="rId3" Type="http://schemas.openxmlformats.org/officeDocument/2006/relationships/theme" Target="../theme/theme2.xml"/></Relationships>
</file>

<file path=ppt/slideMasters/_rels/slideMaster29.xml.rels><?xml version="1.0" encoding="UTF-8" standalone="yes"?><Relationships xmlns="http://schemas.openxmlformats.org/package/2006/relationships"><Relationship Id="rId1" Type="http://schemas.openxmlformats.org/officeDocument/2006/relationships/image" Target="../media/image19.jpg"/><Relationship Id="rId2" Type="http://schemas.openxmlformats.org/officeDocument/2006/relationships/slideLayout" Target="../slideLayouts/slideLayout27.xml"/><Relationship Id="rId3" Type="http://schemas.openxmlformats.org/officeDocument/2006/relationships/theme" Target="../theme/theme13.xml"/></Relationships>
</file>

<file path=ppt/slideMasters/_rels/slideMaster30.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8.xml"/><Relationship Id="rId3" Type="http://schemas.openxmlformats.org/officeDocument/2006/relationships/theme" Target="../theme/theme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56"/>
          <p:cNvPicPr preferRelativeResize="0"/>
          <p:nvPr/>
        </p:nvPicPr>
        <p:blipFill rotWithShape="1">
          <a:blip r:embed="rId1">
            <a:alphaModFix/>
          </a:blip>
          <a:srcRect b="0" l="0" r="0" t="0"/>
          <a:stretch/>
        </p:blipFill>
        <p:spPr>
          <a:xfrm>
            <a:off x="20637" y="20637"/>
            <a:ext cx="3498850" cy="2825750"/>
          </a:xfrm>
          <a:prstGeom prst="rect">
            <a:avLst/>
          </a:prstGeom>
          <a:noFill/>
          <a:ln>
            <a:noFill/>
          </a:ln>
        </p:spPr>
      </p:pic>
      <p:pic>
        <p:nvPicPr>
          <p:cNvPr id="11" name="Google Shape;11;p56"/>
          <p:cNvPicPr preferRelativeResize="0"/>
          <p:nvPr/>
        </p:nvPicPr>
        <p:blipFill rotWithShape="1">
          <a:blip r:embed="rId2">
            <a:alphaModFix/>
          </a:blip>
          <a:srcRect b="0" l="0" r="0" t="0"/>
          <a:stretch/>
        </p:blipFill>
        <p:spPr>
          <a:xfrm>
            <a:off x="3503612" y="20637"/>
            <a:ext cx="5624512" cy="2825750"/>
          </a:xfrm>
          <a:prstGeom prst="rect">
            <a:avLst/>
          </a:prstGeom>
          <a:noFill/>
          <a:ln>
            <a:noFill/>
          </a:ln>
        </p:spPr>
      </p:pic>
      <p:pic>
        <p:nvPicPr>
          <p:cNvPr id="12" name="Google Shape;12;p56"/>
          <p:cNvPicPr preferRelativeResize="0"/>
          <p:nvPr/>
        </p:nvPicPr>
        <p:blipFill rotWithShape="1">
          <a:blip r:embed="rId3">
            <a:alphaModFix/>
          </a:blip>
          <a:srcRect b="0" l="0" r="0" t="0"/>
          <a:stretch/>
        </p:blipFill>
        <p:spPr>
          <a:xfrm>
            <a:off x="20637" y="2817812"/>
            <a:ext cx="7669212" cy="2297112"/>
          </a:xfrm>
          <a:prstGeom prst="rect">
            <a:avLst/>
          </a:prstGeom>
          <a:noFill/>
          <a:ln>
            <a:noFill/>
          </a:ln>
        </p:spPr>
      </p:pic>
      <p:pic>
        <p:nvPicPr>
          <p:cNvPr id="13" name="Google Shape;13;p56"/>
          <p:cNvPicPr preferRelativeResize="0"/>
          <p:nvPr/>
        </p:nvPicPr>
        <p:blipFill rotWithShape="1">
          <a:blip r:embed="rId4">
            <a:alphaModFix/>
          </a:blip>
          <a:srcRect b="0" l="0" r="0" t="0"/>
          <a:stretch/>
        </p:blipFill>
        <p:spPr>
          <a:xfrm>
            <a:off x="7662862" y="2819400"/>
            <a:ext cx="1460500" cy="2293937"/>
          </a:xfrm>
          <a:prstGeom prst="rect">
            <a:avLst/>
          </a:prstGeom>
          <a:noFill/>
          <a:ln>
            <a:noFill/>
          </a:ln>
        </p:spPr>
      </p:pic>
      <p:pic>
        <p:nvPicPr>
          <p:cNvPr id="14" name="Google Shape;14;p56"/>
          <p:cNvPicPr preferRelativeResize="0"/>
          <p:nvPr/>
        </p:nvPicPr>
        <p:blipFill rotWithShape="1">
          <a:blip r:embed="rId5">
            <a:alphaModFix/>
          </a:blip>
          <a:srcRect b="0" l="0" r="0" t="0"/>
          <a:stretch/>
        </p:blipFill>
        <p:spPr>
          <a:xfrm>
            <a:off x="20637" y="5089525"/>
            <a:ext cx="9097962" cy="1738312"/>
          </a:xfrm>
          <a:prstGeom prst="rect">
            <a:avLst/>
          </a:prstGeom>
          <a:noFill/>
          <a:ln>
            <a:noFill/>
          </a:ln>
        </p:spPr>
      </p:pic>
      <p:sp>
        <p:nvSpPr>
          <p:cNvPr id="15" name="Google Shape;15;p56"/>
          <p:cNvSpPr txBox="1"/>
          <p:nvPr/>
        </p:nvSpPr>
        <p:spPr>
          <a:xfrm>
            <a:off x="8755062" y="2470150"/>
            <a:ext cx="304800" cy="152400"/>
          </a:xfrm>
          <a:prstGeom prst="rect">
            <a:avLst/>
          </a:prstGeom>
          <a:solidFill>
            <a:srgbClr val="F2741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5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 name="Google Shape;17;p5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 name="Google Shape;19;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 name="Google Shape;20;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7" name="Shape 27"/>
        <p:cNvGrpSpPr/>
        <p:nvPr/>
      </p:nvGrpSpPr>
      <p:grpSpPr>
        <a:xfrm>
          <a:off x="0" y="0"/>
          <a:ext cx="0" cy="0"/>
          <a:chOff x="0" y="0"/>
          <a:chExt cx="0" cy="0"/>
        </a:xfrm>
      </p:grpSpPr>
      <p:pic>
        <p:nvPicPr>
          <p:cNvPr id="28" name="Google Shape;28;p58"/>
          <p:cNvPicPr preferRelativeResize="0"/>
          <p:nvPr/>
        </p:nvPicPr>
        <p:blipFill rotWithShape="1">
          <a:blip r:embed="rId2">
            <a:alphaModFix/>
          </a:blip>
          <a:srcRect b="5261" l="2598" r="5873" t="0"/>
          <a:stretch/>
        </p:blipFill>
        <p:spPr>
          <a:xfrm>
            <a:off x="3175" y="5867400"/>
            <a:ext cx="9144000" cy="1054100"/>
          </a:xfrm>
          <a:prstGeom prst="rect">
            <a:avLst/>
          </a:prstGeom>
          <a:noFill/>
          <a:ln>
            <a:noFill/>
          </a:ln>
        </p:spPr>
      </p:pic>
      <p:sp>
        <p:nvSpPr>
          <p:cNvPr id="29" name="Google Shape;29;p5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0" name="Google Shape;30;p5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1" name="Google Shape;31;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474747"/>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3" name="Google Shape;33;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0" name="Shape 40"/>
        <p:cNvGrpSpPr/>
        <p:nvPr/>
      </p:nvGrpSpPr>
      <p:grpSpPr>
        <a:xfrm>
          <a:off x="0" y="0"/>
          <a:ext cx="0" cy="0"/>
          <a:chOff x="0" y="0"/>
          <a:chExt cx="0" cy="0"/>
        </a:xfrm>
      </p:grpSpPr>
      <p:pic>
        <p:nvPicPr>
          <p:cNvPr id="41" name="Google Shape;41;p60"/>
          <p:cNvPicPr preferRelativeResize="0"/>
          <p:nvPr/>
        </p:nvPicPr>
        <p:blipFill rotWithShape="1">
          <a:blip r:embed="rId2">
            <a:alphaModFix/>
          </a:blip>
          <a:srcRect b="5261" l="2598" r="5873" t="0"/>
          <a:stretch/>
        </p:blipFill>
        <p:spPr>
          <a:xfrm>
            <a:off x="3175" y="5867400"/>
            <a:ext cx="9144000" cy="1054100"/>
          </a:xfrm>
          <a:prstGeom prst="rect">
            <a:avLst/>
          </a:prstGeom>
          <a:noFill/>
          <a:ln>
            <a:noFill/>
          </a:ln>
        </p:spPr>
      </p:pic>
      <p:sp>
        <p:nvSpPr>
          <p:cNvPr id="42" name="Google Shape;42;p6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43" name="Google Shape;43;p6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4" name="Google Shape;44;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474747"/>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6" name="Google Shape;46;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pic>
        <p:nvPicPr>
          <p:cNvPr id="54" name="Google Shape;54;p62"/>
          <p:cNvPicPr preferRelativeResize="0"/>
          <p:nvPr/>
        </p:nvPicPr>
        <p:blipFill rotWithShape="1">
          <a:blip r:embed="rId1">
            <a:alphaModFix/>
          </a:blip>
          <a:srcRect b="5261" l="2598" r="5873" t="0"/>
          <a:stretch/>
        </p:blipFill>
        <p:spPr>
          <a:xfrm>
            <a:off x="3175" y="5867400"/>
            <a:ext cx="9144000" cy="1054100"/>
          </a:xfrm>
          <a:prstGeom prst="rect">
            <a:avLst/>
          </a:prstGeom>
          <a:noFill/>
          <a:ln>
            <a:noFill/>
          </a:ln>
        </p:spPr>
      </p:pic>
      <p:sp>
        <p:nvSpPr>
          <p:cNvPr id="55" name="Google Shape;55;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56" name="Google Shape;56;p6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7" name="Google Shape;57;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 name="Shape 64"/>
        <p:cNvGrpSpPr/>
        <p:nvPr/>
      </p:nvGrpSpPr>
      <p:grpSpPr>
        <a:xfrm>
          <a:off x="0" y="0"/>
          <a:ext cx="0" cy="0"/>
          <a:chOff x="0" y="0"/>
          <a:chExt cx="0" cy="0"/>
        </a:xfrm>
      </p:grpSpPr>
      <p:pic>
        <p:nvPicPr>
          <p:cNvPr id="65" name="Google Shape;65;p64"/>
          <p:cNvPicPr preferRelativeResize="0"/>
          <p:nvPr/>
        </p:nvPicPr>
        <p:blipFill rotWithShape="1">
          <a:blip r:embed="rId1">
            <a:alphaModFix/>
          </a:blip>
          <a:srcRect b="5261" l="2598" r="5873" t="0"/>
          <a:stretch/>
        </p:blipFill>
        <p:spPr>
          <a:xfrm>
            <a:off x="3175" y="5867400"/>
            <a:ext cx="9144000" cy="1054100"/>
          </a:xfrm>
          <a:prstGeom prst="rect">
            <a:avLst/>
          </a:prstGeom>
          <a:noFill/>
          <a:ln>
            <a:noFill/>
          </a:ln>
        </p:spPr>
      </p:pic>
      <p:sp>
        <p:nvSpPr>
          <p:cNvPr id="66" name="Google Shape;66;p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67" name="Google Shape;67;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70" name="Google Shape;70;p6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pic>
        <p:nvPicPr>
          <p:cNvPr id="72" name="Google Shape;72;p65"/>
          <p:cNvPicPr preferRelativeResize="0"/>
          <p:nvPr/>
        </p:nvPicPr>
        <p:blipFill rotWithShape="1">
          <a:blip r:embed="rId1">
            <a:alphaModFix/>
          </a:blip>
          <a:srcRect b="5261" l="2598" r="5873" t="0"/>
          <a:stretch/>
        </p:blipFill>
        <p:spPr>
          <a:xfrm>
            <a:off x="3175" y="5867400"/>
            <a:ext cx="9144000" cy="1054100"/>
          </a:xfrm>
          <a:prstGeom prst="rect">
            <a:avLst/>
          </a:prstGeom>
          <a:noFill/>
          <a:ln>
            <a:noFill/>
          </a:ln>
        </p:spPr>
      </p:pic>
      <p:sp>
        <p:nvSpPr>
          <p:cNvPr id="73" name="Google Shape;73;p6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4" name="Google Shape;74;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5" name="Google Shape;75;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77" name="Google Shape;77;p6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78" name="Shape 78"/>
        <p:cNvGrpSpPr/>
        <p:nvPr/>
      </p:nvGrpSpPr>
      <p:grpSpPr>
        <a:xfrm>
          <a:off x="0" y="0"/>
          <a:ext cx="0" cy="0"/>
          <a:chOff x="0" y="0"/>
          <a:chExt cx="0" cy="0"/>
        </a:xfrm>
      </p:grpSpPr>
      <p:sp>
        <p:nvSpPr>
          <p:cNvPr id="79" name="Google Shape;79;p66"/>
          <p:cNvSpPr/>
          <p:nvPr/>
        </p:nvSpPr>
        <p:spPr>
          <a:xfrm>
            <a:off x="762000" y="1946209"/>
            <a:ext cx="2057400" cy="2057400"/>
          </a:xfrm>
          <a:prstGeom prst="ellipse">
            <a:avLst/>
          </a:prstGeom>
          <a:gradFill>
            <a:gsLst>
              <a:gs pos="0">
                <a:srgbClr val="F39C29"/>
              </a:gs>
              <a:gs pos="50000">
                <a:srgbClr val="F7931D"/>
              </a:gs>
              <a:gs pos="100000">
                <a:srgbClr val="FF6600"/>
              </a:gs>
            </a:gsLst>
            <a:path path="circle">
              <a:fillToRect b="50%" l="50%" r="50%" t="50%"/>
            </a:path>
            <a:tileRect/>
          </a:gradFill>
          <a:ln>
            <a:noFill/>
          </a:ln>
          <a:effectLst>
            <a:outerShdw blurRad="152400" sx="90000" rotWithShape="0" dir="5400000" dist="165100" sy="-19000">
              <a:srgbClr val="000000">
                <a:alpha val="1098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0" name="Google Shape;80;p66"/>
          <p:cNvSpPr txBox="1"/>
          <p:nvPr/>
        </p:nvSpPr>
        <p:spPr>
          <a:xfrm>
            <a:off x="8686800" y="5265737"/>
            <a:ext cx="457200" cy="96837"/>
          </a:xfrm>
          <a:prstGeom prst="rect">
            <a:avLst/>
          </a:prstGeom>
          <a:solidFill>
            <a:srgbClr val="FF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6600"/>
              </a:buClr>
              <a:buSzPts val="1800"/>
              <a:buFont typeface="Calibri"/>
              <a:buNone/>
            </a:pPr>
            <a:r>
              <a:rPr b="0" i="0" lang="en-US" sz="1800" u="none" cap="none" strike="noStrike">
                <a:solidFill>
                  <a:srgbClr val="FF66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1" name="Google Shape;81;p66"/>
          <p:cNvSpPr/>
          <p:nvPr/>
        </p:nvSpPr>
        <p:spPr>
          <a:xfrm>
            <a:off x="1007328" y="1992354"/>
            <a:ext cx="1583472" cy="1295400"/>
          </a:xfrm>
          <a:prstGeom prst="ellipse">
            <a:avLst/>
          </a:prstGeom>
          <a:gradFill>
            <a:gsLst>
              <a:gs pos="0">
                <a:srgbClr val="FFFFFF">
                  <a:alpha val="6666"/>
                </a:srgbClr>
              </a:gs>
              <a:gs pos="63000">
                <a:srgbClr val="FFFFFF">
                  <a:alpha val="6666"/>
                </a:srgbClr>
              </a:gs>
              <a:gs pos="72000">
                <a:srgbClr val="FFFFFF">
                  <a:alpha val="14901"/>
                </a:srgbClr>
              </a:gs>
              <a:gs pos="91000">
                <a:srgbClr val="FFFFFF">
                  <a:alpha val="27843"/>
                </a:srgbClr>
              </a:gs>
              <a:gs pos="100000">
                <a:srgbClr val="FFFFFF">
                  <a:alpha val="27843"/>
                </a:srgbClr>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2" name="Google Shape;82;p6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83" name="Google Shape;83;p6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4" name="Google Shape;84;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1" name="Shape 91"/>
        <p:cNvGrpSpPr/>
        <p:nvPr/>
      </p:nvGrpSpPr>
      <p:grpSpPr>
        <a:xfrm>
          <a:off x="0" y="0"/>
          <a:ext cx="0" cy="0"/>
          <a:chOff x="0" y="0"/>
          <a:chExt cx="0" cy="0"/>
        </a:xfrm>
      </p:grpSpPr>
      <p:pic>
        <p:nvPicPr>
          <p:cNvPr id="92" name="Google Shape;92;p68"/>
          <p:cNvPicPr preferRelativeResize="0"/>
          <p:nvPr/>
        </p:nvPicPr>
        <p:blipFill rotWithShape="1">
          <a:blip r:embed="rId2">
            <a:alphaModFix/>
          </a:blip>
          <a:srcRect b="5261" l="2598" r="5873" t="0"/>
          <a:stretch/>
        </p:blipFill>
        <p:spPr>
          <a:xfrm>
            <a:off x="3175" y="5867400"/>
            <a:ext cx="9144000" cy="1054100"/>
          </a:xfrm>
          <a:prstGeom prst="rect">
            <a:avLst/>
          </a:prstGeom>
          <a:noFill/>
          <a:ln>
            <a:noFill/>
          </a:ln>
        </p:spPr>
      </p:pic>
      <p:sp>
        <p:nvSpPr>
          <p:cNvPr id="93" name="Google Shape;93;p6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94" name="Google Shape;94;p6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5" name="Google Shape;95;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474747"/>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6" name="Google Shape;96;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7" name="Google Shape;97;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4" name="Shape 104"/>
        <p:cNvGrpSpPr/>
        <p:nvPr/>
      </p:nvGrpSpPr>
      <p:grpSpPr>
        <a:xfrm>
          <a:off x="0" y="0"/>
          <a:ext cx="0" cy="0"/>
          <a:chOff x="0" y="0"/>
          <a:chExt cx="0" cy="0"/>
        </a:xfrm>
      </p:grpSpPr>
      <p:sp>
        <p:nvSpPr>
          <p:cNvPr id="105" name="Google Shape;105;p7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06" name="Google Shape;106;p7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7" name="Google Shape;107;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8" name="Google Shape;108;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9" name="Google Shape;109;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7" name="Shape 117"/>
        <p:cNvGrpSpPr/>
        <p:nvPr/>
      </p:nvGrpSpPr>
      <p:grpSpPr>
        <a:xfrm>
          <a:off x="0" y="0"/>
          <a:ext cx="0" cy="0"/>
          <a:chOff x="0" y="0"/>
          <a:chExt cx="0" cy="0"/>
        </a:xfrm>
      </p:grpSpPr>
      <p:pic>
        <p:nvPicPr>
          <p:cNvPr id="118" name="Google Shape;118;p72"/>
          <p:cNvPicPr preferRelativeResize="0"/>
          <p:nvPr/>
        </p:nvPicPr>
        <p:blipFill rotWithShape="1">
          <a:blip r:embed="rId2">
            <a:alphaModFix/>
          </a:blip>
          <a:srcRect b="0" l="0" r="0" t="0"/>
          <a:stretch/>
        </p:blipFill>
        <p:spPr>
          <a:xfrm>
            <a:off x="0" y="762000"/>
            <a:ext cx="2444750" cy="2286000"/>
          </a:xfrm>
          <a:prstGeom prst="rect">
            <a:avLst/>
          </a:prstGeom>
          <a:noFill/>
          <a:ln>
            <a:noFill/>
          </a:ln>
        </p:spPr>
      </p:pic>
      <p:sp>
        <p:nvSpPr>
          <p:cNvPr id="119" name="Google Shape;119;p7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20" name="Google Shape;120;p7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1" name="Google Shape;121;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2" name="Google Shape;122;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3" name="Google Shape;123;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9" name="Shape 129"/>
        <p:cNvGrpSpPr/>
        <p:nvPr/>
      </p:nvGrpSpPr>
      <p:grpSpPr>
        <a:xfrm>
          <a:off x="0" y="0"/>
          <a:ext cx="0" cy="0"/>
          <a:chOff x="0" y="0"/>
          <a:chExt cx="0" cy="0"/>
        </a:xfrm>
      </p:grpSpPr>
      <p:sp>
        <p:nvSpPr>
          <p:cNvPr id="130" name="Google Shape;130;p7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31" name="Google Shape;131;p7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2" name="Google Shape;132;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4" name="Google Shape;134;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7" r:id="rId2"/>
  </p:sldLayoutIdLst>
  <p:transition>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1" name="Shape 141"/>
        <p:cNvGrpSpPr/>
        <p:nvPr/>
      </p:nvGrpSpPr>
      <p:grpSpPr>
        <a:xfrm>
          <a:off x="0" y="0"/>
          <a:ext cx="0" cy="0"/>
          <a:chOff x="0" y="0"/>
          <a:chExt cx="0" cy="0"/>
        </a:xfrm>
      </p:grpSpPr>
      <p:sp>
        <p:nvSpPr>
          <p:cNvPr id="142" name="Google Shape;142;p76"/>
          <p:cNvSpPr/>
          <p:nvPr/>
        </p:nvSpPr>
        <p:spPr>
          <a:xfrm>
            <a:off x="0" y="2895600"/>
            <a:ext cx="7543800" cy="2133600"/>
          </a:xfrm>
          <a:prstGeom prst="rect">
            <a:avLst/>
          </a:prstGeom>
          <a:gradFill>
            <a:gsLst>
              <a:gs pos="0">
                <a:srgbClr val="464646">
                  <a:alpha val="48627"/>
                </a:srgbClr>
              </a:gs>
              <a:gs pos="63000">
                <a:srgbClr val="464646">
                  <a:alpha val="48627"/>
                </a:srgbClr>
              </a:gs>
              <a:gs pos="100000">
                <a:srgbClr val="303030">
                  <a:alpha val="55686"/>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143" name="Google Shape;143;p7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44" name="Google Shape;144;p7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5" name="Google Shape;145;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9" r:id="rId2"/>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75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500"/>
                                        <p:tgtEl>
                                          <p:spTgt spid="14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4" name="Shape 154"/>
        <p:cNvGrpSpPr/>
        <p:nvPr/>
      </p:nvGrpSpPr>
      <p:grpSpPr>
        <a:xfrm>
          <a:off x="0" y="0"/>
          <a:ext cx="0" cy="0"/>
          <a:chOff x="0" y="0"/>
          <a:chExt cx="0" cy="0"/>
        </a:xfrm>
      </p:grpSpPr>
      <p:sp>
        <p:nvSpPr>
          <p:cNvPr id="155" name="Google Shape;155;p7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56" name="Google Shape;156;p7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57" name="Google Shape;157;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67" name="Shape 167"/>
        <p:cNvGrpSpPr/>
        <p:nvPr/>
      </p:nvGrpSpPr>
      <p:grpSpPr>
        <a:xfrm>
          <a:off x="0" y="0"/>
          <a:ext cx="0" cy="0"/>
          <a:chOff x="0" y="0"/>
          <a:chExt cx="0" cy="0"/>
        </a:xfrm>
      </p:grpSpPr>
      <p:sp>
        <p:nvSpPr>
          <p:cNvPr id="168" name="Google Shape;168;p80"/>
          <p:cNvSpPr txBox="1"/>
          <p:nvPr/>
        </p:nvSpPr>
        <p:spPr>
          <a:xfrm>
            <a:off x="595312" y="4800600"/>
            <a:ext cx="4873625" cy="685800"/>
          </a:xfrm>
          <a:prstGeom prst="rect">
            <a:avLst/>
          </a:prstGeom>
          <a:solidFill>
            <a:srgbClr val="313131">
              <a:alpha val="5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8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0" name="Google Shape;170;p8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1" name="Google Shape;171;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2" name="Google Shape;172;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3" name="Google Shape;173;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3" r:id="rId2"/>
  </p:sldLayoutIdLst>
  <p:transition>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81" name="Shape 181"/>
        <p:cNvGrpSpPr/>
        <p:nvPr/>
      </p:nvGrpSpPr>
      <p:grpSpPr>
        <a:xfrm>
          <a:off x="0" y="0"/>
          <a:ext cx="0" cy="0"/>
          <a:chOff x="0" y="0"/>
          <a:chExt cx="0" cy="0"/>
        </a:xfrm>
      </p:grpSpPr>
      <p:sp>
        <p:nvSpPr>
          <p:cNvPr id="182" name="Google Shape;182;p82"/>
          <p:cNvSpPr txBox="1"/>
          <p:nvPr/>
        </p:nvSpPr>
        <p:spPr>
          <a:xfrm>
            <a:off x="1792287" y="4800600"/>
            <a:ext cx="5500687" cy="685800"/>
          </a:xfrm>
          <a:prstGeom prst="rect">
            <a:avLst/>
          </a:prstGeom>
          <a:solidFill>
            <a:srgbClr val="313131">
              <a:alpha val="5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8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4" name="Google Shape;184;p8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5" name="Google Shape;185;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6" name="Google Shape;186;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7" name="Google Shape;187;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95" name="Shape 195"/>
        <p:cNvGrpSpPr/>
        <p:nvPr/>
      </p:nvGrpSpPr>
      <p:grpSpPr>
        <a:xfrm>
          <a:off x="0" y="0"/>
          <a:ext cx="0" cy="0"/>
          <a:chOff x="0" y="0"/>
          <a:chExt cx="0" cy="0"/>
        </a:xfrm>
      </p:grpSpPr>
      <p:sp>
        <p:nvSpPr>
          <p:cNvPr id="196" name="Google Shape;196;p8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7" name="Google Shape;197;p8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8" name="Google Shape;198;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9" name="Google Shape;199;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0" name="Google Shape;200;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07" name="Shape 207"/>
        <p:cNvGrpSpPr/>
        <p:nvPr/>
      </p:nvGrpSpPr>
      <p:grpSpPr>
        <a:xfrm>
          <a:off x="0" y="0"/>
          <a:ext cx="0" cy="0"/>
          <a:chOff x="0" y="0"/>
          <a:chExt cx="0" cy="0"/>
        </a:xfrm>
      </p:grpSpPr>
      <p:sp>
        <p:nvSpPr>
          <p:cNvPr id="208" name="Google Shape;208;p8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09" name="Google Shape;209;p8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10" name="Google Shape;210;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474747"/>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1" name="Google Shape;211;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2" name="Google Shape;212;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pic>
        <p:nvPicPr>
          <p:cNvPr id="220" name="Google Shape;220;p88"/>
          <p:cNvPicPr preferRelativeResize="0"/>
          <p:nvPr/>
        </p:nvPicPr>
        <p:blipFill rotWithShape="1">
          <a:blip r:embed="rId1">
            <a:alphaModFix/>
          </a:blip>
          <a:srcRect b="0" l="0" r="0" t="0"/>
          <a:stretch/>
        </p:blipFill>
        <p:spPr>
          <a:xfrm>
            <a:off x="20637" y="20637"/>
            <a:ext cx="3498850" cy="2825750"/>
          </a:xfrm>
          <a:prstGeom prst="rect">
            <a:avLst/>
          </a:prstGeom>
          <a:noFill/>
          <a:ln>
            <a:noFill/>
          </a:ln>
        </p:spPr>
      </p:pic>
      <p:pic>
        <p:nvPicPr>
          <p:cNvPr id="221" name="Google Shape;221;p88"/>
          <p:cNvPicPr preferRelativeResize="0"/>
          <p:nvPr/>
        </p:nvPicPr>
        <p:blipFill rotWithShape="1">
          <a:blip r:embed="rId2">
            <a:alphaModFix/>
          </a:blip>
          <a:srcRect b="0" l="0" r="0" t="0"/>
          <a:stretch/>
        </p:blipFill>
        <p:spPr>
          <a:xfrm>
            <a:off x="3503612" y="20637"/>
            <a:ext cx="5624512" cy="2825750"/>
          </a:xfrm>
          <a:prstGeom prst="rect">
            <a:avLst/>
          </a:prstGeom>
          <a:noFill/>
          <a:ln>
            <a:noFill/>
          </a:ln>
        </p:spPr>
      </p:pic>
      <p:pic>
        <p:nvPicPr>
          <p:cNvPr id="222" name="Google Shape;222;p88"/>
          <p:cNvPicPr preferRelativeResize="0"/>
          <p:nvPr/>
        </p:nvPicPr>
        <p:blipFill rotWithShape="1">
          <a:blip r:embed="rId3">
            <a:alphaModFix/>
          </a:blip>
          <a:srcRect b="0" l="0" r="0" t="0"/>
          <a:stretch/>
        </p:blipFill>
        <p:spPr>
          <a:xfrm>
            <a:off x="20637" y="2817812"/>
            <a:ext cx="7669212" cy="2297112"/>
          </a:xfrm>
          <a:prstGeom prst="rect">
            <a:avLst/>
          </a:prstGeom>
          <a:noFill/>
          <a:ln>
            <a:noFill/>
          </a:ln>
        </p:spPr>
      </p:pic>
      <p:pic>
        <p:nvPicPr>
          <p:cNvPr id="223" name="Google Shape;223;p88"/>
          <p:cNvPicPr preferRelativeResize="0"/>
          <p:nvPr/>
        </p:nvPicPr>
        <p:blipFill rotWithShape="1">
          <a:blip r:embed="rId4">
            <a:alphaModFix/>
          </a:blip>
          <a:srcRect b="0" l="0" r="0" t="0"/>
          <a:stretch/>
        </p:blipFill>
        <p:spPr>
          <a:xfrm>
            <a:off x="7662862" y="2819400"/>
            <a:ext cx="1460500" cy="2293937"/>
          </a:xfrm>
          <a:prstGeom prst="rect">
            <a:avLst/>
          </a:prstGeom>
          <a:noFill/>
          <a:ln>
            <a:noFill/>
          </a:ln>
        </p:spPr>
      </p:pic>
      <p:pic>
        <p:nvPicPr>
          <p:cNvPr id="224" name="Google Shape;224;p88"/>
          <p:cNvPicPr preferRelativeResize="0"/>
          <p:nvPr/>
        </p:nvPicPr>
        <p:blipFill rotWithShape="1">
          <a:blip r:embed="rId5">
            <a:alphaModFix/>
          </a:blip>
          <a:srcRect b="0" l="0" r="0" t="0"/>
          <a:stretch/>
        </p:blipFill>
        <p:spPr>
          <a:xfrm>
            <a:off x="20637" y="5089525"/>
            <a:ext cx="9097962" cy="1738312"/>
          </a:xfrm>
          <a:prstGeom prst="rect">
            <a:avLst/>
          </a:prstGeom>
          <a:noFill/>
          <a:ln>
            <a:noFill/>
          </a:ln>
        </p:spPr>
      </p:pic>
      <p:sp>
        <p:nvSpPr>
          <p:cNvPr id="225" name="Google Shape;225;p88"/>
          <p:cNvSpPr txBox="1"/>
          <p:nvPr/>
        </p:nvSpPr>
        <p:spPr>
          <a:xfrm>
            <a:off x="8755062" y="2470150"/>
            <a:ext cx="304800" cy="152400"/>
          </a:xfrm>
          <a:prstGeom prst="rect">
            <a:avLst/>
          </a:prstGeom>
          <a:solidFill>
            <a:srgbClr val="F2741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8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27" name="Google Shape;227;p8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28" name="Google Shape;228;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9" name="Google Shape;229;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0" name="Google Shape;230;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1"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37" name="Shape 237"/>
        <p:cNvGrpSpPr/>
        <p:nvPr/>
      </p:nvGrpSpPr>
      <p:grpSpPr>
        <a:xfrm>
          <a:off x="0" y="0"/>
          <a:ext cx="0" cy="0"/>
          <a:chOff x="0" y="0"/>
          <a:chExt cx="0" cy="0"/>
        </a:xfrm>
      </p:grpSpPr>
      <p:sp>
        <p:nvSpPr>
          <p:cNvPr id="238" name="Google Shape;238;p90"/>
          <p:cNvSpPr/>
          <p:nvPr/>
        </p:nvSpPr>
        <p:spPr>
          <a:xfrm>
            <a:off x="762000" y="1946209"/>
            <a:ext cx="2057400" cy="2057400"/>
          </a:xfrm>
          <a:prstGeom prst="ellipse">
            <a:avLst/>
          </a:prstGeom>
          <a:gradFill>
            <a:gsLst>
              <a:gs pos="0">
                <a:srgbClr val="F39C29"/>
              </a:gs>
              <a:gs pos="50000">
                <a:srgbClr val="F7931D"/>
              </a:gs>
              <a:gs pos="100000">
                <a:srgbClr val="FF6600"/>
              </a:gs>
            </a:gsLst>
            <a:path path="circle">
              <a:fillToRect b="50%" l="50%" r="50%" t="50%"/>
            </a:path>
            <a:tileRect/>
          </a:gradFill>
          <a:ln>
            <a:noFill/>
          </a:ln>
          <a:effectLst>
            <a:outerShdw blurRad="152400" sx="90000" rotWithShape="0" dir="5400000" dist="165100" sy="-19000">
              <a:srgbClr val="000000">
                <a:alpha val="1098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39" name="Google Shape;239;p90"/>
          <p:cNvSpPr txBox="1"/>
          <p:nvPr/>
        </p:nvSpPr>
        <p:spPr>
          <a:xfrm>
            <a:off x="8686800" y="5265737"/>
            <a:ext cx="457200" cy="96837"/>
          </a:xfrm>
          <a:prstGeom prst="rect">
            <a:avLst/>
          </a:prstGeom>
          <a:solidFill>
            <a:srgbClr val="FF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6600"/>
              </a:buClr>
              <a:buSzPts val="1800"/>
              <a:buFont typeface="Calibri"/>
              <a:buNone/>
            </a:pPr>
            <a:r>
              <a:rPr b="0" i="0" lang="en-US" sz="1800" u="none" cap="none" strike="noStrike">
                <a:solidFill>
                  <a:srgbClr val="FF66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0" name="Google Shape;240;p90"/>
          <p:cNvSpPr/>
          <p:nvPr/>
        </p:nvSpPr>
        <p:spPr>
          <a:xfrm>
            <a:off x="1007328" y="1992354"/>
            <a:ext cx="1583472" cy="1295400"/>
          </a:xfrm>
          <a:prstGeom prst="ellipse">
            <a:avLst/>
          </a:prstGeom>
          <a:gradFill>
            <a:gsLst>
              <a:gs pos="0">
                <a:srgbClr val="FFFFFF">
                  <a:alpha val="6666"/>
                </a:srgbClr>
              </a:gs>
              <a:gs pos="63000">
                <a:srgbClr val="FFFFFF">
                  <a:alpha val="6666"/>
                </a:srgbClr>
              </a:gs>
              <a:gs pos="72000">
                <a:srgbClr val="FFFFFF">
                  <a:alpha val="14901"/>
                </a:srgbClr>
              </a:gs>
              <a:gs pos="91000">
                <a:srgbClr val="FFFFFF">
                  <a:alpha val="27843"/>
                </a:srgbClr>
              </a:gs>
              <a:gs pos="100000">
                <a:srgbClr val="FFFFFF">
                  <a:alpha val="27843"/>
                </a:srgbClr>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1" name="Google Shape;241;p9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42" name="Google Shape;242;p9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3" name="Google Shape;243;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44" name="Google Shape;244;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50" name="Shape 250"/>
        <p:cNvGrpSpPr/>
        <p:nvPr/>
      </p:nvGrpSpPr>
      <p:grpSpPr>
        <a:xfrm>
          <a:off x="0" y="0"/>
          <a:ext cx="0" cy="0"/>
          <a:chOff x="0" y="0"/>
          <a:chExt cx="0" cy="0"/>
        </a:xfrm>
      </p:grpSpPr>
      <p:pic>
        <p:nvPicPr>
          <p:cNvPr id="251" name="Google Shape;251;p92"/>
          <p:cNvPicPr preferRelativeResize="0"/>
          <p:nvPr/>
        </p:nvPicPr>
        <p:blipFill rotWithShape="1">
          <a:blip r:embed="rId2">
            <a:alphaModFix/>
          </a:blip>
          <a:srcRect b="5261" l="2598" r="5873" t="0"/>
          <a:stretch/>
        </p:blipFill>
        <p:spPr>
          <a:xfrm>
            <a:off x="3175" y="5867400"/>
            <a:ext cx="9144000" cy="1054100"/>
          </a:xfrm>
          <a:prstGeom prst="rect">
            <a:avLst/>
          </a:prstGeom>
          <a:noFill/>
          <a:ln>
            <a:noFill/>
          </a:ln>
        </p:spPr>
      </p:pic>
      <p:sp>
        <p:nvSpPr>
          <p:cNvPr id="252" name="Google Shape;252;p9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53" name="Google Shape;253;p9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4" name="Google Shape;254;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474747"/>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55" name="Google Shape;255;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56" name="Google Shape;256;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63" name="Shape 263"/>
        <p:cNvGrpSpPr/>
        <p:nvPr/>
      </p:nvGrpSpPr>
      <p:grpSpPr>
        <a:xfrm>
          <a:off x="0" y="0"/>
          <a:ext cx="0" cy="0"/>
          <a:chOff x="0" y="0"/>
          <a:chExt cx="0" cy="0"/>
        </a:xfrm>
      </p:grpSpPr>
      <p:sp>
        <p:nvSpPr>
          <p:cNvPr id="264" name="Google Shape;264;p9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65" name="Google Shape;265;p9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66" name="Google Shape;266;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67" name="Google Shape;267;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68" name="Google Shape;268;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76" name="Shape 276"/>
        <p:cNvGrpSpPr/>
        <p:nvPr/>
      </p:nvGrpSpPr>
      <p:grpSpPr>
        <a:xfrm>
          <a:off x="0" y="0"/>
          <a:ext cx="0" cy="0"/>
          <a:chOff x="0" y="0"/>
          <a:chExt cx="0" cy="0"/>
        </a:xfrm>
      </p:grpSpPr>
      <p:pic>
        <p:nvPicPr>
          <p:cNvPr id="277" name="Google Shape;277;p96"/>
          <p:cNvPicPr preferRelativeResize="0"/>
          <p:nvPr/>
        </p:nvPicPr>
        <p:blipFill rotWithShape="1">
          <a:blip r:embed="rId2">
            <a:alphaModFix/>
          </a:blip>
          <a:srcRect b="0" l="0" r="0" t="0"/>
          <a:stretch/>
        </p:blipFill>
        <p:spPr>
          <a:xfrm>
            <a:off x="0" y="762000"/>
            <a:ext cx="2444750" cy="2286000"/>
          </a:xfrm>
          <a:prstGeom prst="rect">
            <a:avLst/>
          </a:prstGeom>
          <a:noFill/>
          <a:ln>
            <a:noFill/>
          </a:ln>
        </p:spPr>
      </p:pic>
      <p:sp>
        <p:nvSpPr>
          <p:cNvPr id="278" name="Google Shape;278;p9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79" name="Google Shape;279;p9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80" name="Google Shape;280;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81" name="Google Shape;281;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82" name="Google Shape;282;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88" name="Shape 288"/>
        <p:cNvGrpSpPr/>
        <p:nvPr/>
      </p:nvGrpSpPr>
      <p:grpSpPr>
        <a:xfrm>
          <a:off x="0" y="0"/>
          <a:ext cx="0" cy="0"/>
          <a:chOff x="0" y="0"/>
          <a:chExt cx="0" cy="0"/>
        </a:xfrm>
      </p:grpSpPr>
      <p:sp>
        <p:nvSpPr>
          <p:cNvPr id="289" name="Google Shape;289;p9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90" name="Google Shape;290;p9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1" name="Google Shape;291;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2" name="Google Shape;292;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3" name="Google Shape;293;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1" r:id="rId2"/>
  </p:sldLayoutIdLst>
  <p:transition>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00" name="Shape 300"/>
        <p:cNvGrpSpPr/>
        <p:nvPr/>
      </p:nvGrpSpPr>
      <p:grpSpPr>
        <a:xfrm>
          <a:off x="0" y="0"/>
          <a:ext cx="0" cy="0"/>
          <a:chOff x="0" y="0"/>
          <a:chExt cx="0" cy="0"/>
        </a:xfrm>
      </p:grpSpPr>
      <p:sp>
        <p:nvSpPr>
          <p:cNvPr id="301" name="Google Shape;301;p100"/>
          <p:cNvSpPr/>
          <p:nvPr/>
        </p:nvSpPr>
        <p:spPr>
          <a:xfrm>
            <a:off x="0" y="2895600"/>
            <a:ext cx="7543800" cy="2133600"/>
          </a:xfrm>
          <a:prstGeom prst="rect">
            <a:avLst/>
          </a:prstGeom>
          <a:gradFill>
            <a:gsLst>
              <a:gs pos="0">
                <a:srgbClr val="464646">
                  <a:alpha val="48627"/>
                </a:srgbClr>
              </a:gs>
              <a:gs pos="63000">
                <a:srgbClr val="464646">
                  <a:alpha val="48627"/>
                </a:srgbClr>
              </a:gs>
              <a:gs pos="100000">
                <a:srgbClr val="303030">
                  <a:alpha val="55686"/>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 name="Google Shape;302;p10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03" name="Google Shape;303;p10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4" name="Google Shape;304;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5" name="Google Shape;305;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6" name="Google Shape;306;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3" r:id="rId2"/>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75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500"/>
                                        <p:tgtEl>
                                          <p:spTgt spid="30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13" name="Shape 313"/>
        <p:cNvGrpSpPr/>
        <p:nvPr/>
      </p:nvGrpSpPr>
      <p:grpSpPr>
        <a:xfrm>
          <a:off x="0" y="0"/>
          <a:ext cx="0" cy="0"/>
          <a:chOff x="0" y="0"/>
          <a:chExt cx="0" cy="0"/>
        </a:xfrm>
      </p:grpSpPr>
      <p:sp>
        <p:nvSpPr>
          <p:cNvPr id="314" name="Google Shape;314;p10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15" name="Google Shape;315;p10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16" name="Google Shape;316;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7" name="Google Shape;317;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8" name="Google Shape;318;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26" name="Shape 326"/>
        <p:cNvGrpSpPr/>
        <p:nvPr/>
      </p:nvGrpSpPr>
      <p:grpSpPr>
        <a:xfrm>
          <a:off x="0" y="0"/>
          <a:ext cx="0" cy="0"/>
          <a:chOff x="0" y="0"/>
          <a:chExt cx="0" cy="0"/>
        </a:xfrm>
      </p:grpSpPr>
      <p:sp>
        <p:nvSpPr>
          <p:cNvPr id="327" name="Google Shape;327;p104"/>
          <p:cNvSpPr txBox="1"/>
          <p:nvPr/>
        </p:nvSpPr>
        <p:spPr>
          <a:xfrm>
            <a:off x="595312" y="4800600"/>
            <a:ext cx="4873625" cy="685800"/>
          </a:xfrm>
          <a:prstGeom prst="rect">
            <a:avLst/>
          </a:prstGeom>
          <a:solidFill>
            <a:srgbClr val="313131">
              <a:alpha val="5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10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29" name="Google Shape;329;p10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0" name="Google Shape;330;p1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31" name="Google Shape;331;p1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32" name="Google Shape;332;p1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7" r:id="rId2"/>
  </p:sldLayoutIdLst>
  <p:transition>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0" name="Shape 340"/>
        <p:cNvGrpSpPr/>
        <p:nvPr/>
      </p:nvGrpSpPr>
      <p:grpSpPr>
        <a:xfrm>
          <a:off x="0" y="0"/>
          <a:ext cx="0" cy="0"/>
          <a:chOff x="0" y="0"/>
          <a:chExt cx="0" cy="0"/>
        </a:xfrm>
      </p:grpSpPr>
      <p:sp>
        <p:nvSpPr>
          <p:cNvPr id="341" name="Google Shape;341;p106"/>
          <p:cNvSpPr txBox="1"/>
          <p:nvPr/>
        </p:nvSpPr>
        <p:spPr>
          <a:xfrm>
            <a:off x="1792287" y="4800600"/>
            <a:ext cx="5500687" cy="685800"/>
          </a:xfrm>
          <a:prstGeom prst="rect">
            <a:avLst/>
          </a:prstGeom>
          <a:solidFill>
            <a:srgbClr val="313131">
              <a:alpha val="5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2" name="Google Shape;342;p10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43" name="Google Shape;343;p10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4" name="Google Shape;344;p1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45" name="Google Shape;345;p1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46" name="Google Shape;346;p1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54" name="Shape 354"/>
        <p:cNvGrpSpPr/>
        <p:nvPr/>
      </p:nvGrpSpPr>
      <p:grpSpPr>
        <a:xfrm>
          <a:off x="0" y="0"/>
          <a:ext cx="0" cy="0"/>
          <a:chOff x="0" y="0"/>
          <a:chExt cx="0" cy="0"/>
        </a:xfrm>
      </p:grpSpPr>
      <p:sp>
        <p:nvSpPr>
          <p:cNvPr id="355" name="Google Shape;355;p10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56" name="Google Shape;356;p10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57" name="Google Shape;357;p10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8" name="Google Shape;358;p1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9" name="Google Shape;359;p1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66" name="Shape 366"/>
        <p:cNvGrpSpPr/>
        <p:nvPr/>
      </p:nvGrpSpPr>
      <p:grpSpPr>
        <a:xfrm>
          <a:off x="0" y="0"/>
          <a:ext cx="0" cy="0"/>
          <a:chOff x="0" y="0"/>
          <a:chExt cx="0" cy="0"/>
        </a:xfrm>
      </p:grpSpPr>
      <p:sp>
        <p:nvSpPr>
          <p:cNvPr id="367" name="Google Shape;367;p1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68" name="Google Shape;368;p11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69" name="Google Shape;369;p1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474747"/>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0" name="Google Shape;370;p1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1" name="Google Shape;371;p1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cap="none" strike="noStrik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 name="Shape 378"/>
        <p:cNvGrpSpPr/>
        <p:nvPr/>
      </p:nvGrpSpPr>
      <p:grpSpPr>
        <a:xfrm>
          <a:off x="0" y="0"/>
          <a:ext cx="0" cy="0"/>
          <a:chOff x="0" y="0"/>
          <a:chExt cx="0" cy="0"/>
        </a:xfrm>
      </p:grpSpPr>
      <p:pic>
        <p:nvPicPr>
          <p:cNvPr id="379" name="Google Shape;379;p112"/>
          <p:cNvPicPr preferRelativeResize="0"/>
          <p:nvPr/>
        </p:nvPicPr>
        <p:blipFill rotWithShape="1">
          <a:blip r:embed="rId1">
            <a:alphaModFix/>
          </a:blip>
          <a:srcRect b="5261" l="2598" r="5873" t="0"/>
          <a:stretch/>
        </p:blipFill>
        <p:spPr>
          <a:xfrm>
            <a:off x="3175" y="5867400"/>
            <a:ext cx="9144000" cy="1054100"/>
          </a:xfrm>
          <a:prstGeom prst="rect">
            <a:avLst/>
          </a:prstGeom>
          <a:noFill/>
          <a:ln>
            <a:noFill/>
          </a:ln>
        </p:spPr>
      </p:pic>
      <p:sp>
        <p:nvSpPr>
          <p:cNvPr id="380" name="Google Shape;380;p1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81" name="Google Shape;381;p1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2" name="Google Shape;382;p1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D8D8D"/>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3" name="Google Shape;383;p1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4" name="Google Shape;384;p1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cap="none" strike="noStrik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7.png"/><Relationship Id="rId7"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22.pn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30.png"/><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jp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jp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jp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jp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jp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jp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jpg"/><Relationship Id="rId4" Type="http://schemas.openxmlformats.org/officeDocument/2006/relationships/image" Target="../media/image41.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jp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jpg"/><Relationship Id="rId4" Type="http://schemas.openxmlformats.org/officeDocument/2006/relationships/image" Target="../media/image51.png"/><Relationship Id="rId5" Type="http://schemas.openxmlformats.org/officeDocument/2006/relationships/image" Target="../media/image49.png"/><Relationship Id="rId6"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jp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jpg"/><Relationship Id="rId4" Type="http://schemas.openxmlformats.org/officeDocument/2006/relationships/image" Target="../media/image46.png"/><Relationship Id="rId5"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jpg"/><Relationship Id="rId4" Type="http://schemas.openxmlformats.org/officeDocument/2006/relationships/image" Target="../media/image33.png"/><Relationship Id="rId5" Type="http://schemas.openxmlformats.org/officeDocument/2006/relationships/image" Target="../media/image31.png"/><Relationship Id="rId6"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jpg"/><Relationship Id="rId4"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jp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jp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jp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0.jp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0.jpg"/><Relationship Id="rId4" Type="http://schemas.openxmlformats.org/officeDocument/2006/relationships/image" Target="../media/image39.png"/><Relationship Id="rId5" Type="http://schemas.openxmlformats.org/officeDocument/2006/relationships/image" Target="../media/image47.png"/><Relationship Id="rId6"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jpg"/><Relationship Id="rId4" Type="http://schemas.openxmlformats.org/officeDocument/2006/relationships/image" Target="../media/image50.png"/><Relationship Id="rId5"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0.jp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0.jp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jp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0.jpg"/><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0.jpg"/><Relationship Id="rId4" Type="http://schemas.openxmlformats.org/officeDocument/2006/relationships/image" Target="../media/image45.png"/><Relationship Id="rId5"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0.jp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0.jpg"/><Relationship Id="rId4" Type="http://schemas.openxmlformats.org/officeDocument/2006/relationships/image" Target="../media/image44.png"/><Relationship Id="rId5"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0.jpg"/><Relationship Id="rId4" Type="http://schemas.openxmlformats.org/officeDocument/2006/relationships/image" Target="../media/image34.png"/><Relationship Id="rId5"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0.jp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0.jpg"/><Relationship Id="rId4" Type="http://schemas.openxmlformats.org/officeDocument/2006/relationships/image" Target="../media/image37.png"/><Relationship Id="rId5"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0.jpg"/><Relationship Id="rId4" Type="http://schemas.openxmlformats.org/officeDocument/2006/relationships/image" Target="../media/image43.png"/><Relationship Id="rId5"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0.jpg"/><Relationship Id="rId4" Type="http://schemas.openxmlformats.org/officeDocument/2006/relationships/image" Target="../media/image40.png"/><Relationship Id="rId5"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0.jpg"/><Relationship Id="rId4" Type="http://schemas.openxmlformats.org/officeDocument/2006/relationships/image" Target="../media/image48.png"/><Relationship Id="rId5"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0.jpg"/><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0.jpg"/><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0.jpg"/><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0.jpg"/><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0.jpg"/><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0.jpg"/><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0.jpg"/><Relationship Id="rId4"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0.jpg"/><Relationship Id="rId4"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3.jpg"/><Relationship Id="rId4" Type="http://schemas.openxmlformats.org/officeDocument/2006/relationships/image" Target="../media/image8.jpg"/><Relationship Id="rId5" Type="http://schemas.openxmlformats.org/officeDocument/2006/relationships/image" Target="../media/image18.jpg"/><Relationship Id="rId6" Type="http://schemas.openxmlformats.org/officeDocument/2006/relationships/image" Target="../media/image15.jpg"/><Relationship Id="rId7"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
          <p:cNvSpPr txBox="1"/>
          <p:nvPr>
            <p:ph idx="1" type="body"/>
          </p:nvPr>
        </p:nvSpPr>
        <p:spPr>
          <a:xfrm>
            <a:off x="3733800" y="1316037"/>
            <a:ext cx="4953000" cy="1416050"/>
          </a:xfrm>
          <a:prstGeom prst="rect">
            <a:avLst/>
          </a:prstGeom>
          <a:noFill/>
          <a:ln>
            <a:noFill/>
          </a:ln>
        </p:spPr>
        <p:txBody>
          <a:bodyPr anchorCtr="0" anchor="b" bIns="45700" lIns="91425" spcFirstLastPara="1" rIns="91425" wrap="square" tIns="45700">
            <a:normAutofit/>
          </a:bodyPr>
          <a:lstStyle/>
          <a:p>
            <a:pPr indent="-342900" lvl="0" marL="342900" rtl="0" algn="r">
              <a:lnSpc>
                <a:spcPct val="100000"/>
              </a:lnSpc>
              <a:spcBef>
                <a:spcPts val="0"/>
              </a:spcBef>
              <a:spcAft>
                <a:spcPts val="0"/>
              </a:spcAft>
              <a:buClr>
                <a:srgbClr val="5C5C5C"/>
              </a:buClr>
              <a:buSzPts val="2200"/>
              <a:buNone/>
            </a:pPr>
            <a:r>
              <a:rPr b="1" i="0" lang="en-US" sz="2200" u="none">
                <a:solidFill>
                  <a:srgbClr val="5C5C5C"/>
                </a:solidFill>
                <a:latin typeface="Calibri"/>
                <a:ea typeface="Calibri"/>
                <a:cs typeface="Calibri"/>
                <a:sym typeface="Calibri"/>
              </a:rPr>
              <a:t>Chapter No. : 2</a:t>
            </a:r>
            <a:endParaRPr/>
          </a:p>
        </p:txBody>
      </p:sp>
      <p:sp>
        <p:nvSpPr>
          <p:cNvPr id="395" name="Google Shape;395;p1"/>
          <p:cNvSpPr txBox="1"/>
          <p:nvPr>
            <p:ph type="title"/>
          </p:nvPr>
        </p:nvSpPr>
        <p:spPr>
          <a:xfrm>
            <a:off x="228600" y="3048000"/>
            <a:ext cx="7239000" cy="1828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FFFFFF"/>
              </a:buClr>
              <a:buSzPts val="6000"/>
              <a:buFont typeface="Arial"/>
              <a:buNone/>
            </a:pPr>
            <a:r>
              <a:rPr b="1" i="0" lang="en-US" sz="6000" u="none">
                <a:solidFill>
                  <a:srgbClr val="FFFFFF"/>
                </a:solidFill>
                <a:latin typeface="Arial"/>
                <a:ea typeface="Arial"/>
                <a:cs typeface="Arial"/>
                <a:sym typeface="Arial"/>
              </a:rPr>
              <a:t>Classes and Objects</a:t>
            </a:r>
            <a:endParaRPr/>
          </a:p>
        </p:txBody>
      </p:sp>
      <p:graphicFrame>
        <p:nvGraphicFramePr>
          <p:cNvPr id="396" name="Google Shape;396;p1"/>
          <p:cNvGraphicFramePr/>
          <p:nvPr/>
        </p:nvGraphicFramePr>
        <p:xfrm>
          <a:off x="4619625" y="3397250"/>
          <a:ext cx="28575" cy="28575"/>
        </p:xfrm>
        <a:graphic>
          <a:graphicData uri="http://schemas.openxmlformats.org/presentationml/2006/ole">
            <mc:AlternateContent>
              <mc:Choice Requires="v">
                <p:oleObj r:id="rId4" imgH="28575" imgW="28575" spid="_x0000_s1">
                  <p:embed/>
                </p:oleObj>
              </mc:Choice>
              <mc:Fallback>
                <p:oleObj r:id="rId5" imgH="28575" imgW="28575">
                  <p:embed/>
                  <p:pic>
                    <p:nvPicPr>
                      <p:cNvPr id="396" name="Google Shape;396;p1"/>
                      <p:cNvPicPr preferRelativeResize="0"/>
                      <p:nvPr/>
                    </p:nvPicPr>
                    <p:blipFill rotWithShape="1">
                      <a:blip r:embed="rId6">
                        <a:alphaModFix/>
                      </a:blip>
                      <a:srcRect b="0" l="0" r="0" t="0"/>
                      <a:stretch/>
                    </p:blipFill>
                    <p:spPr>
                      <a:xfrm>
                        <a:off x="4619625" y="3397250"/>
                        <a:ext cx="28575" cy="28575"/>
                      </a:xfrm>
                      <a:prstGeom prst="rect">
                        <a:avLst/>
                      </a:prstGeom>
                      <a:noFill/>
                      <a:ln>
                        <a:noFill/>
                      </a:ln>
                    </p:spPr>
                  </p:pic>
                </p:oleObj>
              </mc:Fallback>
            </mc:AlternateContent>
          </a:graphicData>
        </a:graphic>
      </p:graphicFrame>
      <p:pic>
        <p:nvPicPr>
          <p:cNvPr descr="kle-tech-logo.png" id="397" name="Google Shape;397;p1"/>
          <p:cNvPicPr preferRelativeResize="0"/>
          <p:nvPr/>
        </p:nvPicPr>
        <p:blipFill rotWithShape="1">
          <a:blip r:embed="rId7">
            <a:alphaModFix/>
          </a:blip>
          <a:srcRect b="0" l="0" r="0" t="0"/>
          <a:stretch/>
        </p:blipFill>
        <p:spPr>
          <a:xfrm>
            <a:off x="3917950" y="381000"/>
            <a:ext cx="4692650" cy="11001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97"/>
                                        </p:tgtEl>
                                        <p:attrNameLst>
                                          <p:attrName>style.visibility</p:attrName>
                                        </p:attrNameLst>
                                      </p:cBhvr>
                                      <p:to>
                                        <p:strVal val="visible"/>
                                      </p:to>
                                    </p:set>
                                    <p:anim calcmode="lin" valueType="num">
                                      <p:cBhvr additive="base">
                                        <p:cTn dur="500"/>
                                        <p:tgtEl>
                                          <p:spTgt spid="39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94">
                                            <p:txEl>
                                              <p:pRg end="0" st="0"/>
                                            </p:txEl>
                                          </p:spTgt>
                                        </p:tgtEl>
                                        <p:attrNameLst>
                                          <p:attrName>style.visibility</p:attrName>
                                        </p:attrNameLst>
                                      </p:cBhvr>
                                      <p:to>
                                        <p:strVal val="visible"/>
                                      </p:to>
                                    </p:set>
                                    <p:anim calcmode="lin" valueType="num">
                                      <p:cBhvr additive="base">
                                        <p:cTn dur="500"/>
                                        <p:tgtEl>
                                          <p:spTgt spid="39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02" name="Shape 402"/>
        <p:cNvGrpSpPr/>
        <p:nvPr/>
      </p:nvGrpSpPr>
      <p:grpSpPr>
        <a:xfrm>
          <a:off x="0" y="0"/>
          <a:ext cx="0" cy="0"/>
          <a:chOff x="0" y="0"/>
          <a:chExt cx="0" cy="0"/>
        </a:xfrm>
      </p:grpSpPr>
      <p:sp>
        <p:nvSpPr>
          <p:cNvPr id="403" name="Google Shape;403;p2"/>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Explain classes and objects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Define constructor and overloading of method to solve a given problem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Apply static members concept to solve a given problem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Define methods with objects as parameter and return value.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Apply nested and inner classes concepts to solve a given problem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Draw class diagrams using UML notations for a given scenario </a:t>
            </a:r>
            <a:endParaRPr b="0" i="0" sz="14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2400"/>
              <a:buFont typeface="Arial"/>
              <a:buNone/>
            </a:pPr>
            <a:r>
              <a:t/>
            </a:r>
            <a:endParaRPr b="0" i="0" sz="2400" u="none" cap="none" strike="noStrike">
              <a:solidFill>
                <a:srgbClr val="262626"/>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2400"/>
              <a:buFont typeface="Arial"/>
              <a:buNone/>
            </a:pPr>
            <a:r>
              <a:t/>
            </a:r>
            <a:endParaRPr b="0" i="0" sz="2400" u="none" cap="none" strike="noStrike">
              <a:solidFill>
                <a:srgbClr val="262626"/>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2400"/>
              <a:buFont typeface="Arial"/>
              <a:buNone/>
            </a:pPr>
            <a:r>
              <a:t/>
            </a:r>
            <a:endParaRPr b="0" i="0" sz="2400" u="none" cap="none" strike="noStrike">
              <a:solidFill>
                <a:srgbClr val="262626"/>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2400"/>
              <a:buFont typeface="Arial"/>
              <a:buNone/>
            </a:pPr>
            <a:r>
              <a:t/>
            </a:r>
            <a:endParaRPr b="0" i="0" sz="2400" u="none" cap="none" strike="noStrike">
              <a:solidFill>
                <a:srgbClr val="262626"/>
              </a:solidFill>
              <a:latin typeface="Calibri"/>
              <a:ea typeface="Calibri"/>
              <a:cs typeface="Calibri"/>
              <a:sym typeface="Calibri"/>
            </a:endParaRPr>
          </a:p>
          <a:p>
            <a:pPr indent="-457200" lvl="0" marL="457200" marR="0" rtl="0" algn="ctr">
              <a:lnSpc>
                <a:spcPct val="100000"/>
              </a:lnSpc>
              <a:spcBef>
                <a:spcPts val="0"/>
              </a:spcBef>
              <a:spcAft>
                <a:spcPts val="0"/>
              </a:spcAft>
              <a:buClr>
                <a:srgbClr val="262626"/>
              </a:buClr>
              <a:buSzPts val="2400"/>
              <a:buFont typeface="Calibri"/>
              <a:buNone/>
            </a:pPr>
            <a:r>
              <a:rPr b="1" i="1" lang="en-US" sz="2400" u="none" cap="none" strike="noStrike">
                <a:solidFill>
                  <a:srgbClr val="262626"/>
                </a:solidFill>
                <a:latin typeface="Calibri"/>
                <a:ea typeface="Calibri"/>
                <a:cs typeface="Calibri"/>
                <a:sym typeface="Calibri"/>
              </a:rPr>
              <a:t>PS : These topics are primitive steps in understanding Object Oriented Programming.</a:t>
            </a:r>
            <a:endParaRPr b="0" i="0" sz="1400" u="none" cap="none" strike="noStrike">
              <a:solidFill>
                <a:srgbClr val="000000"/>
              </a:solidFill>
              <a:latin typeface="Arial"/>
              <a:ea typeface="Arial"/>
              <a:cs typeface="Arial"/>
              <a:sym typeface="Arial"/>
            </a:endParaRPr>
          </a:p>
        </p:txBody>
      </p:sp>
      <p:sp>
        <p:nvSpPr>
          <p:cNvPr id="404" name="Google Shape;404;p2"/>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Topic Learning Outcome</a:t>
            </a:r>
            <a:endParaRPr/>
          </a:p>
        </p:txBody>
      </p:sp>
      <p:grpSp>
        <p:nvGrpSpPr>
          <p:cNvPr id="405" name="Google Shape;405;p2"/>
          <p:cNvGrpSpPr/>
          <p:nvPr/>
        </p:nvGrpSpPr>
        <p:grpSpPr>
          <a:xfrm>
            <a:off x="-76200" y="6515100"/>
            <a:ext cx="9296400" cy="342900"/>
            <a:chOff x="-76200" y="6515100"/>
            <a:chExt cx="9296400" cy="342900"/>
          </a:xfrm>
        </p:grpSpPr>
        <p:cxnSp>
          <p:nvCxnSpPr>
            <p:cNvPr id="406" name="Google Shape;406;p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407" name="Google Shape;407;p2"/>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408" name="Google Shape;408;p2"/>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13" name="Shape 413"/>
        <p:cNvGrpSpPr/>
        <p:nvPr/>
      </p:nvGrpSpPr>
      <p:grpSpPr>
        <a:xfrm>
          <a:off x="0" y="0"/>
          <a:ext cx="0" cy="0"/>
          <a:chOff x="0" y="0"/>
          <a:chExt cx="0" cy="0"/>
        </a:xfrm>
      </p:grpSpPr>
      <p:sp>
        <p:nvSpPr>
          <p:cNvPr id="414" name="Google Shape;414;p3"/>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Class Fundamentals, Declaring Objects, Assigning Object Reference Variables</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Introducing Methods and Constructors</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Overloading : Method and Constructor</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‘this’Keyword, ‘static’ keyword, Garbage Collection, finalize method</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Parameter Passing</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Returning Objects</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Access Control</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Understanding static and final keywords</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rgbClr val="FF6600"/>
              </a:buClr>
              <a:buSzPts val="2300"/>
              <a:buFont typeface="Calibri"/>
              <a:buAutoNum type="arabicPeriod"/>
            </a:pPr>
            <a:r>
              <a:rPr b="0" i="0" lang="en-US" sz="2300" u="none" cap="none" strike="noStrike">
                <a:solidFill>
                  <a:srgbClr val="262626"/>
                </a:solidFill>
                <a:latin typeface="Calibri"/>
                <a:ea typeface="Calibri"/>
                <a:cs typeface="Calibri"/>
                <a:sym typeface="Calibri"/>
              </a:rPr>
              <a:t>Nested class and inner classes </a:t>
            </a:r>
            <a:endParaRPr b="0" i="0" sz="1400" u="none" cap="none" strike="noStrike">
              <a:solidFill>
                <a:srgbClr val="000000"/>
              </a:solidFill>
              <a:latin typeface="Arial"/>
              <a:ea typeface="Arial"/>
              <a:cs typeface="Arial"/>
              <a:sym typeface="Arial"/>
            </a:endParaRPr>
          </a:p>
        </p:txBody>
      </p:sp>
      <p:sp>
        <p:nvSpPr>
          <p:cNvPr id="415" name="Google Shape;415;p3"/>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Classes &amp; Objects</a:t>
            </a:r>
            <a:endParaRPr/>
          </a:p>
        </p:txBody>
      </p:sp>
      <p:cxnSp>
        <p:nvCxnSpPr>
          <p:cNvPr id="416" name="Google Shape;416;p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417" name="Google Shape;417;p3"/>
          <p:cNvGrpSpPr/>
          <p:nvPr/>
        </p:nvGrpSpPr>
        <p:grpSpPr>
          <a:xfrm>
            <a:off x="-76200" y="6515100"/>
            <a:ext cx="9296400" cy="342900"/>
            <a:chOff x="-76200" y="6515100"/>
            <a:chExt cx="9296400" cy="342900"/>
          </a:xfrm>
        </p:grpSpPr>
        <p:cxnSp>
          <p:nvCxnSpPr>
            <p:cNvPr id="418" name="Google Shape;418;p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419" name="Google Shape;419;p3"/>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420" name="Google Shape;420;p3"/>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25" name="Shape 425"/>
        <p:cNvGrpSpPr/>
        <p:nvPr/>
      </p:nvGrpSpPr>
      <p:grpSpPr>
        <a:xfrm>
          <a:off x="0" y="0"/>
          <a:ext cx="0" cy="0"/>
          <a:chOff x="0" y="0"/>
          <a:chExt cx="0" cy="0"/>
        </a:xfrm>
      </p:grpSpPr>
      <p:sp>
        <p:nvSpPr>
          <p:cNvPr id="426" name="Google Shape;426;p4"/>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A class is a description of a kind of object.</a:t>
            </a:r>
            <a:endParaRPr b="0" i="0" sz="1400" u="none" cap="none" strike="noStrike">
              <a:solidFill>
                <a:srgbClr val="000000"/>
              </a:solidFill>
              <a:latin typeface="Arial"/>
              <a:ea typeface="Arial"/>
              <a:cs typeface="Arial"/>
              <a:sym typeface="Arial"/>
            </a:endParaRPr>
          </a:p>
          <a:p>
            <a:pPr indent="-285750" lvl="1" marL="742950" marR="0" rtl="0" algn="just">
              <a:lnSpc>
                <a:spcPct val="15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A programmer may define a class</a:t>
            </a:r>
            <a:endParaRPr b="0" i="0" sz="1400" u="none" cap="none" strike="noStrike">
              <a:solidFill>
                <a:srgbClr val="000000"/>
              </a:solidFill>
              <a:latin typeface="Arial"/>
              <a:ea typeface="Arial"/>
              <a:cs typeface="Arial"/>
              <a:sym typeface="Arial"/>
            </a:endParaRPr>
          </a:p>
          <a:p>
            <a:pPr indent="-285750" lvl="1" marL="742950" marR="0" rtl="0" algn="just">
              <a:lnSpc>
                <a:spcPct val="15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Or may use predefined classes that comes in class libraries</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A class is merely a plan for a possible object(s). It does not do anything by itself.</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When a programmer wants to create an object the </a:t>
            </a:r>
            <a:r>
              <a:rPr b="1" i="1" lang="en-US" sz="2400" u="none" cap="none" strike="noStrike">
                <a:solidFill>
                  <a:srgbClr val="262626"/>
                </a:solidFill>
                <a:latin typeface="Calibri"/>
                <a:ea typeface="Calibri"/>
                <a:cs typeface="Calibri"/>
                <a:sym typeface="Calibri"/>
              </a:rPr>
              <a:t>new</a:t>
            </a:r>
            <a:r>
              <a:rPr b="0" i="1" lang="en-US" sz="2400" u="none" cap="none" strike="noStrike">
                <a:solidFill>
                  <a:srgbClr val="262626"/>
                </a:solidFill>
                <a:latin typeface="Calibri"/>
                <a:ea typeface="Calibri"/>
                <a:cs typeface="Calibri"/>
                <a:sym typeface="Calibri"/>
              </a:rPr>
              <a:t> </a:t>
            </a:r>
            <a:r>
              <a:rPr b="0" i="0" lang="en-US" sz="2400" u="none" cap="none" strike="noStrike">
                <a:solidFill>
                  <a:srgbClr val="262626"/>
                </a:solidFill>
                <a:latin typeface="Calibri"/>
                <a:ea typeface="Calibri"/>
                <a:cs typeface="Calibri"/>
                <a:sym typeface="Calibri"/>
              </a:rPr>
              <a:t>operator is used with the name of the class.</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From one class any number of instance can be created.</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Creating an object is called </a:t>
            </a:r>
            <a:r>
              <a:rPr b="1" i="1" lang="en-US" sz="2400" u="none" cap="none" strike="noStrike">
                <a:solidFill>
                  <a:srgbClr val="262626"/>
                </a:solidFill>
                <a:latin typeface="Calibri"/>
                <a:ea typeface="Calibri"/>
                <a:cs typeface="Calibri"/>
                <a:sym typeface="Calibri"/>
              </a:rPr>
              <a:t>instantiation</a:t>
            </a:r>
            <a:r>
              <a:rPr b="0" i="0" lang="en-US" sz="2400" u="none" cap="none" strike="noStrike">
                <a:solidFill>
                  <a:srgbClr val="26262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27" name="Google Shape;427;p4"/>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Class Fundamentals</a:t>
            </a:r>
            <a:endParaRPr/>
          </a:p>
        </p:txBody>
      </p:sp>
      <p:cxnSp>
        <p:nvCxnSpPr>
          <p:cNvPr id="428" name="Google Shape;428;p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429" name="Google Shape;429;p4"/>
          <p:cNvGrpSpPr/>
          <p:nvPr/>
        </p:nvGrpSpPr>
        <p:grpSpPr>
          <a:xfrm>
            <a:off x="-76200" y="6515100"/>
            <a:ext cx="9296400" cy="342900"/>
            <a:chOff x="-76200" y="6515100"/>
            <a:chExt cx="9296400" cy="342900"/>
          </a:xfrm>
        </p:grpSpPr>
        <p:cxnSp>
          <p:nvCxnSpPr>
            <p:cNvPr id="430" name="Google Shape;430;p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431" name="Google Shape;431;p4"/>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432" name="Google Shape;432;p4"/>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37" name="Shape 437"/>
        <p:cNvGrpSpPr/>
        <p:nvPr/>
      </p:nvGrpSpPr>
      <p:grpSpPr>
        <a:xfrm>
          <a:off x="0" y="0"/>
          <a:ext cx="0" cy="0"/>
          <a:chOff x="0" y="0"/>
          <a:chExt cx="0" cy="0"/>
        </a:xfrm>
      </p:grpSpPr>
      <p:sp>
        <p:nvSpPr>
          <p:cNvPr id="438" name="Google Shape;438;p5"/>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It is an encapsulation of attributes and methods</a:t>
            </a:r>
            <a:endParaRPr b="0" i="0" sz="1400" u="none" cap="none" strike="noStrike">
              <a:solidFill>
                <a:srgbClr val="000000"/>
              </a:solidFill>
              <a:latin typeface="Arial"/>
              <a:ea typeface="Arial"/>
              <a:cs typeface="Arial"/>
              <a:sym typeface="Arial"/>
            </a:endParaRPr>
          </a:p>
        </p:txBody>
      </p:sp>
      <p:sp>
        <p:nvSpPr>
          <p:cNvPr id="439" name="Google Shape;439;p5"/>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Class Fundamentals</a:t>
            </a:r>
            <a:endParaRPr/>
          </a:p>
        </p:txBody>
      </p:sp>
      <p:cxnSp>
        <p:nvCxnSpPr>
          <p:cNvPr id="440" name="Google Shape;440;p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441" name="Google Shape;441;p5"/>
          <p:cNvSpPr/>
          <p:nvPr/>
        </p:nvSpPr>
        <p:spPr>
          <a:xfrm>
            <a:off x="2959100" y="2438400"/>
            <a:ext cx="2911475" cy="95726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2400"/>
              <a:buFont typeface="Calibri"/>
              <a:buNone/>
            </a:pPr>
            <a:r>
              <a:rPr b="1" i="0" lang="en-US" sz="2400" u="none" cap="none" strike="noStrike">
                <a:solidFill>
                  <a:srgbClr val="262626"/>
                </a:solidFill>
                <a:latin typeface="Calibri"/>
                <a:ea typeface="Calibri"/>
                <a:cs typeface="Calibri"/>
                <a:sym typeface="Calibri"/>
              </a:rPr>
              <a:t>FIGURE</a:t>
            </a:r>
            <a:endParaRPr b="0" i="0" sz="1400" u="none" cap="none" strike="noStrike">
              <a:solidFill>
                <a:srgbClr val="000000"/>
              </a:solidFill>
              <a:latin typeface="Arial"/>
              <a:ea typeface="Arial"/>
              <a:cs typeface="Arial"/>
              <a:sym typeface="Arial"/>
            </a:endParaRPr>
          </a:p>
        </p:txBody>
      </p:sp>
      <p:sp>
        <p:nvSpPr>
          <p:cNvPr id="442" name="Google Shape;442;p5"/>
          <p:cNvSpPr/>
          <p:nvPr/>
        </p:nvSpPr>
        <p:spPr>
          <a:xfrm>
            <a:off x="914400" y="3600450"/>
            <a:ext cx="1493837" cy="1163637"/>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800"/>
              <a:buFont typeface="Calibri"/>
              <a:buNone/>
            </a:pPr>
            <a:r>
              <a:rPr b="1" i="0" lang="en-US" sz="1800" u="none" cap="none" strike="noStrike">
                <a:solidFill>
                  <a:srgbClr val="262626"/>
                </a:solidFill>
                <a:latin typeface="Calibri"/>
                <a:ea typeface="Calibri"/>
                <a:cs typeface="Calibri"/>
                <a:sym typeface="Calibri"/>
              </a:rPr>
              <a:t>CIRCLE</a:t>
            </a:r>
            <a:endParaRPr b="0" i="0" sz="1400" u="none" cap="none" strike="noStrike">
              <a:solidFill>
                <a:srgbClr val="000000"/>
              </a:solidFill>
              <a:latin typeface="Arial"/>
              <a:ea typeface="Arial"/>
              <a:cs typeface="Arial"/>
              <a:sym typeface="Arial"/>
            </a:endParaRPr>
          </a:p>
        </p:txBody>
      </p:sp>
      <p:sp>
        <p:nvSpPr>
          <p:cNvPr id="443" name="Google Shape;443;p5"/>
          <p:cNvSpPr txBox="1"/>
          <p:nvPr/>
        </p:nvSpPr>
        <p:spPr>
          <a:xfrm>
            <a:off x="3195637" y="4216400"/>
            <a:ext cx="2516187" cy="889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800"/>
              <a:buFont typeface="Calibri"/>
              <a:buNone/>
            </a:pPr>
            <a:r>
              <a:rPr b="1" i="0" lang="en-US" sz="1800" u="none" cap="none" strike="noStrike">
                <a:solidFill>
                  <a:srgbClr val="262626"/>
                </a:solidFill>
                <a:latin typeface="Calibri"/>
                <a:ea typeface="Calibri"/>
                <a:cs typeface="Calibri"/>
                <a:sym typeface="Calibri"/>
              </a:rPr>
              <a:t>RECTANGLE</a:t>
            </a:r>
            <a:endParaRPr b="0" i="0" sz="1400" u="none" cap="none" strike="noStrike">
              <a:solidFill>
                <a:srgbClr val="000000"/>
              </a:solidFill>
              <a:latin typeface="Arial"/>
              <a:ea typeface="Arial"/>
              <a:cs typeface="Arial"/>
              <a:sym typeface="Arial"/>
            </a:endParaRPr>
          </a:p>
        </p:txBody>
      </p:sp>
      <p:sp>
        <p:nvSpPr>
          <p:cNvPr id="444" name="Google Shape;444;p5"/>
          <p:cNvSpPr txBox="1"/>
          <p:nvPr/>
        </p:nvSpPr>
        <p:spPr>
          <a:xfrm>
            <a:off x="6735762" y="3668712"/>
            <a:ext cx="1493837" cy="109537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800"/>
              <a:buFont typeface="Calibri"/>
              <a:buNone/>
            </a:pPr>
            <a:r>
              <a:rPr b="1" i="0" lang="en-US" sz="1800" u="none" cap="none" strike="noStrike">
                <a:solidFill>
                  <a:srgbClr val="262626"/>
                </a:solidFill>
                <a:latin typeface="Calibri"/>
                <a:ea typeface="Calibri"/>
                <a:cs typeface="Calibri"/>
                <a:sym typeface="Calibri"/>
              </a:rPr>
              <a:t>SQUARE</a:t>
            </a:r>
            <a:endParaRPr b="0" i="0" sz="1400" u="none" cap="none" strike="noStrike">
              <a:solidFill>
                <a:srgbClr val="000000"/>
              </a:solidFill>
              <a:latin typeface="Arial"/>
              <a:ea typeface="Arial"/>
              <a:cs typeface="Arial"/>
              <a:sym typeface="Arial"/>
            </a:endParaRPr>
          </a:p>
        </p:txBody>
      </p:sp>
      <p:cxnSp>
        <p:nvCxnSpPr>
          <p:cNvPr id="445" name="Google Shape;445;p5"/>
          <p:cNvCxnSpPr/>
          <p:nvPr/>
        </p:nvCxnSpPr>
        <p:spPr>
          <a:xfrm flipH="1">
            <a:off x="2330450" y="3259137"/>
            <a:ext cx="1101725" cy="615950"/>
          </a:xfrm>
          <a:prstGeom prst="straightConnector1">
            <a:avLst/>
          </a:prstGeom>
          <a:noFill/>
          <a:ln cap="flat" cmpd="sng" w="9525">
            <a:solidFill>
              <a:schemeClr val="dk1"/>
            </a:solidFill>
            <a:prstDash val="solid"/>
            <a:miter lim="800000"/>
            <a:headEnd len="sm" w="sm" type="none"/>
            <a:tailEnd len="med" w="med" type="triangle"/>
          </a:ln>
        </p:spPr>
      </p:cxnSp>
      <p:cxnSp>
        <p:nvCxnSpPr>
          <p:cNvPr id="446" name="Google Shape;446;p5"/>
          <p:cNvCxnSpPr/>
          <p:nvPr/>
        </p:nvCxnSpPr>
        <p:spPr>
          <a:xfrm>
            <a:off x="4375150" y="3395662"/>
            <a:ext cx="0" cy="752475"/>
          </a:xfrm>
          <a:prstGeom prst="straightConnector1">
            <a:avLst/>
          </a:prstGeom>
          <a:noFill/>
          <a:ln cap="flat" cmpd="sng" w="9525">
            <a:solidFill>
              <a:schemeClr val="dk1"/>
            </a:solidFill>
            <a:prstDash val="solid"/>
            <a:miter lim="800000"/>
            <a:headEnd len="sm" w="sm" type="none"/>
            <a:tailEnd len="med" w="med" type="triangle"/>
          </a:ln>
        </p:spPr>
      </p:cxnSp>
      <p:cxnSp>
        <p:nvCxnSpPr>
          <p:cNvPr id="447" name="Google Shape;447;p5"/>
          <p:cNvCxnSpPr/>
          <p:nvPr/>
        </p:nvCxnSpPr>
        <p:spPr>
          <a:xfrm>
            <a:off x="5476875" y="3259137"/>
            <a:ext cx="1258887" cy="409575"/>
          </a:xfrm>
          <a:prstGeom prst="straightConnector1">
            <a:avLst/>
          </a:prstGeom>
          <a:noFill/>
          <a:ln cap="flat" cmpd="sng" w="9525">
            <a:solidFill>
              <a:schemeClr val="dk1"/>
            </a:solidFill>
            <a:prstDash val="solid"/>
            <a:miter lim="800000"/>
            <a:headEnd len="sm" w="sm" type="none"/>
            <a:tailEnd len="med" w="med" type="triangle"/>
          </a:ln>
        </p:spPr>
      </p:cxnSp>
      <p:sp>
        <p:nvSpPr>
          <p:cNvPr id="448" name="Google Shape;448;p5"/>
          <p:cNvSpPr txBox="1"/>
          <p:nvPr/>
        </p:nvSpPr>
        <p:spPr>
          <a:xfrm>
            <a:off x="1150937" y="3276600"/>
            <a:ext cx="708025" cy="320675"/>
          </a:xfrm>
          <a:prstGeom prst="rect">
            <a:avLst/>
          </a:prstGeom>
          <a:solidFill>
            <a:schemeClr val="lt1"/>
          </a:solidFill>
          <a:ln>
            <a:noFill/>
          </a:ln>
        </p:spPr>
        <p:txBody>
          <a:bodyPr anchorCtr="0" anchor="t" bIns="45700" lIns="91425" spcFirstLastPara="1" rIns="91425" wrap="square" tIns="0">
            <a:spAutoFit/>
          </a:bodyPr>
          <a:lstStyle/>
          <a:p>
            <a:pPr indent="0" lvl="0" marL="0" marR="0" rtl="0" algn="l">
              <a:lnSpc>
                <a:spcPct val="100000"/>
              </a:lnSpc>
              <a:spcBef>
                <a:spcPts val="0"/>
              </a:spcBef>
              <a:spcAft>
                <a:spcPts val="0"/>
              </a:spcAft>
              <a:buClr>
                <a:srgbClr val="262626"/>
              </a:buClr>
              <a:buSzPts val="1800"/>
              <a:buFont typeface="Constantia"/>
              <a:buNone/>
            </a:pPr>
            <a:r>
              <a:rPr b="1" i="0" lang="en-US" sz="1800" u="none" cap="none" strike="noStrike">
                <a:solidFill>
                  <a:srgbClr val="262626"/>
                </a:solidFill>
                <a:latin typeface="Constantia"/>
                <a:ea typeface="Constantia"/>
                <a:cs typeface="Constantia"/>
                <a:sym typeface="Constantia"/>
              </a:rPr>
              <a:t>Ob1</a:t>
            </a:r>
            <a:endParaRPr b="0" i="0" sz="1400" u="none" cap="none" strike="noStrike">
              <a:solidFill>
                <a:srgbClr val="000000"/>
              </a:solidFill>
              <a:latin typeface="Arial"/>
              <a:ea typeface="Arial"/>
              <a:cs typeface="Arial"/>
              <a:sym typeface="Arial"/>
            </a:endParaRPr>
          </a:p>
        </p:txBody>
      </p:sp>
      <p:sp>
        <p:nvSpPr>
          <p:cNvPr id="449" name="Google Shape;449;p5"/>
          <p:cNvSpPr txBox="1"/>
          <p:nvPr/>
        </p:nvSpPr>
        <p:spPr>
          <a:xfrm>
            <a:off x="3589337" y="3810000"/>
            <a:ext cx="708025" cy="368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26"/>
              </a:buClr>
              <a:buSzPts val="1800"/>
              <a:buFont typeface="Constantia"/>
              <a:buNone/>
            </a:pPr>
            <a:r>
              <a:rPr b="1" i="0" lang="en-US" sz="1800" u="none" cap="none" strike="noStrike">
                <a:solidFill>
                  <a:srgbClr val="262626"/>
                </a:solidFill>
                <a:latin typeface="Constantia"/>
                <a:ea typeface="Constantia"/>
                <a:cs typeface="Constantia"/>
                <a:sym typeface="Constantia"/>
              </a:rPr>
              <a:t>Ob2</a:t>
            </a:r>
            <a:endParaRPr b="0" i="0" sz="1400" u="none" cap="none" strike="noStrike">
              <a:solidFill>
                <a:srgbClr val="000000"/>
              </a:solidFill>
              <a:latin typeface="Arial"/>
              <a:ea typeface="Arial"/>
              <a:cs typeface="Arial"/>
              <a:sym typeface="Arial"/>
            </a:endParaRPr>
          </a:p>
        </p:txBody>
      </p:sp>
      <p:sp>
        <p:nvSpPr>
          <p:cNvPr id="450" name="Google Shape;450;p5"/>
          <p:cNvSpPr txBox="1"/>
          <p:nvPr/>
        </p:nvSpPr>
        <p:spPr>
          <a:xfrm>
            <a:off x="7140575" y="3276600"/>
            <a:ext cx="708025" cy="3667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26"/>
              </a:buClr>
              <a:buSzPts val="1800"/>
              <a:buFont typeface="Constantia"/>
              <a:buNone/>
            </a:pPr>
            <a:r>
              <a:rPr b="1" i="0" lang="en-US" sz="1800" u="none" cap="none" strike="noStrike">
                <a:solidFill>
                  <a:srgbClr val="262626"/>
                </a:solidFill>
                <a:latin typeface="Constantia"/>
                <a:ea typeface="Constantia"/>
                <a:cs typeface="Constantia"/>
                <a:sym typeface="Constantia"/>
              </a:rPr>
              <a:t>Ob3</a:t>
            </a:r>
            <a:endParaRPr b="0" i="0" sz="1400" u="none" cap="none" strike="noStrike">
              <a:solidFill>
                <a:srgbClr val="000000"/>
              </a:solidFill>
              <a:latin typeface="Arial"/>
              <a:ea typeface="Arial"/>
              <a:cs typeface="Arial"/>
              <a:sym typeface="Arial"/>
            </a:endParaRPr>
          </a:p>
        </p:txBody>
      </p:sp>
      <p:sp>
        <p:nvSpPr>
          <p:cNvPr id="451" name="Google Shape;451;p5"/>
          <p:cNvSpPr txBox="1"/>
          <p:nvPr/>
        </p:nvSpPr>
        <p:spPr>
          <a:xfrm>
            <a:off x="5908675" y="2438400"/>
            <a:ext cx="1101725"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26"/>
              </a:buClr>
              <a:buSzPts val="2400"/>
              <a:buFont typeface="Constantia"/>
              <a:buNone/>
            </a:pPr>
            <a:r>
              <a:rPr b="1" i="0" lang="en-US" sz="2400" u="none" cap="none" strike="noStrike">
                <a:solidFill>
                  <a:srgbClr val="262626"/>
                </a:solidFill>
                <a:latin typeface="Constantia"/>
                <a:ea typeface="Constantia"/>
                <a:cs typeface="Constantia"/>
                <a:sym typeface="Constantia"/>
              </a:rPr>
              <a:t>class</a:t>
            </a:r>
            <a:endParaRPr b="0" i="0" sz="1400" u="none" cap="none" strike="noStrike">
              <a:solidFill>
                <a:srgbClr val="000000"/>
              </a:solidFill>
              <a:latin typeface="Arial"/>
              <a:ea typeface="Arial"/>
              <a:cs typeface="Arial"/>
              <a:sym typeface="Arial"/>
            </a:endParaRPr>
          </a:p>
        </p:txBody>
      </p:sp>
      <p:grpSp>
        <p:nvGrpSpPr>
          <p:cNvPr id="452" name="Google Shape;452;p5"/>
          <p:cNvGrpSpPr/>
          <p:nvPr/>
        </p:nvGrpSpPr>
        <p:grpSpPr>
          <a:xfrm>
            <a:off x="-76200" y="6515100"/>
            <a:ext cx="9296400" cy="342900"/>
            <a:chOff x="-76200" y="6515100"/>
            <a:chExt cx="9296400" cy="342900"/>
          </a:xfrm>
        </p:grpSpPr>
        <p:cxnSp>
          <p:nvCxnSpPr>
            <p:cNvPr id="453" name="Google Shape;453;p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454" name="Google Shape;454;p5"/>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455" name="Google Shape;455;p5"/>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class &lt;ClassName&gt;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attributes/variables;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Constructors();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methods();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p:txBody>
      </p:sp>
      <p:sp>
        <p:nvSpPr>
          <p:cNvPr id="462" name="Google Shape;462;p6"/>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Class Syntax</a:t>
            </a:r>
            <a:endParaRPr/>
          </a:p>
        </p:txBody>
      </p:sp>
      <p:cxnSp>
        <p:nvCxnSpPr>
          <p:cNvPr id="463" name="Google Shape;463;p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464" name="Google Shape;464;p6"/>
          <p:cNvGrpSpPr/>
          <p:nvPr/>
        </p:nvGrpSpPr>
        <p:grpSpPr>
          <a:xfrm>
            <a:off x="-76200" y="6515100"/>
            <a:ext cx="9296400" cy="342900"/>
            <a:chOff x="-76200" y="6515100"/>
            <a:chExt cx="9296400" cy="342900"/>
          </a:xfrm>
        </p:grpSpPr>
        <p:cxnSp>
          <p:nvCxnSpPr>
            <p:cNvPr id="465" name="Google Shape;465;p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466" name="Google Shape;466;p6"/>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467" name="Google Shape;467;p6"/>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72" name="Shape 472"/>
        <p:cNvGrpSpPr/>
        <p:nvPr/>
      </p:nvGrpSpPr>
      <p:grpSpPr>
        <a:xfrm>
          <a:off x="0" y="0"/>
          <a:ext cx="0" cy="0"/>
          <a:chOff x="0" y="0"/>
          <a:chExt cx="0" cy="0"/>
        </a:xfrm>
      </p:grpSpPr>
      <p:sp>
        <p:nvSpPr>
          <p:cNvPr id="473" name="Google Shape;473;p7"/>
          <p:cNvSpPr txBox="1"/>
          <p:nvPr/>
        </p:nvSpPr>
        <p:spPr>
          <a:xfrm>
            <a:off x="228600" y="838200"/>
            <a:ext cx="8686800" cy="54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class Student</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int iID;</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String sName;</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void insertRecord(int iID, String sName){</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//method body</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chemeClr val="dk1"/>
              </a:buClr>
              <a:buSzPts val="2400"/>
              <a:buFont typeface="Calibri"/>
              <a:buNone/>
            </a:pPr>
            <a:r>
              <a:t/>
            </a:r>
            <a:endParaRPr b="0" i="0" sz="2400" u="none" cap="none" strike="noStrike">
              <a:solidFill>
                <a:srgbClr val="262626"/>
              </a:solidFill>
              <a:latin typeface="Courier New"/>
              <a:ea typeface="Courier New"/>
              <a:cs typeface="Courier New"/>
              <a:sym typeface="Courier New"/>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void displayRecord(){</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//method body</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Student(){</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//constructor body</a:t>
            </a:r>
            <a:endParaRPr b="0" i="0" sz="1400" u="none" cap="none" strike="noStrike">
              <a:solidFill>
                <a:srgbClr val="000000"/>
              </a:solidFill>
              <a:latin typeface="Arial"/>
              <a:ea typeface="Arial"/>
              <a:cs typeface="Arial"/>
              <a:sym typeface="Arial"/>
            </a:endParaRPr>
          </a:p>
          <a:p>
            <a:pPr indent="0" lvl="2" marL="68580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474" name="Google Shape;474;p7"/>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Class Example</a:t>
            </a:r>
            <a:endParaRPr/>
          </a:p>
        </p:txBody>
      </p:sp>
      <p:cxnSp>
        <p:nvCxnSpPr>
          <p:cNvPr id="475" name="Google Shape;475;p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476" name="Google Shape;476;p7"/>
          <p:cNvGrpSpPr/>
          <p:nvPr/>
        </p:nvGrpSpPr>
        <p:grpSpPr>
          <a:xfrm>
            <a:off x="-76200" y="6515100"/>
            <a:ext cx="9296400" cy="342900"/>
            <a:chOff x="-76200" y="6515100"/>
            <a:chExt cx="9296400" cy="342900"/>
          </a:xfrm>
        </p:grpSpPr>
        <p:cxnSp>
          <p:nvCxnSpPr>
            <p:cNvPr id="477" name="Google Shape;477;p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478" name="Google Shape;478;p7"/>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479" name="Google Shape;479;p7"/>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84" name="Shape 484"/>
        <p:cNvGrpSpPr/>
        <p:nvPr/>
      </p:nvGrpSpPr>
      <p:grpSpPr>
        <a:xfrm>
          <a:off x="0" y="0"/>
          <a:ext cx="0" cy="0"/>
          <a:chOff x="0" y="0"/>
          <a:chExt cx="0" cy="0"/>
        </a:xfrm>
      </p:grpSpPr>
      <p:sp>
        <p:nvSpPr>
          <p:cNvPr id="485" name="Google Shape;485;p8"/>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Object is an instance of a class which is an entity with its own attribute, values and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262626"/>
              </a:solidFill>
              <a:latin typeface="Calibri"/>
              <a:ea typeface="Calibri"/>
              <a:cs typeface="Calibri"/>
              <a:sym typeface="Calibri"/>
            </a:endParaRPr>
          </a:p>
        </p:txBody>
      </p:sp>
      <p:sp>
        <p:nvSpPr>
          <p:cNvPr id="486" name="Google Shape;486;p8"/>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Objects</a:t>
            </a:r>
            <a:endParaRPr/>
          </a:p>
        </p:txBody>
      </p:sp>
      <p:cxnSp>
        <p:nvCxnSpPr>
          <p:cNvPr id="487" name="Google Shape;487;p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descr="cookieDough" id="488" name="Google Shape;488;p8"/>
          <p:cNvPicPr preferRelativeResize="0"/>
          <p:nvPr/>
        </p:nvPicPr>
        <p:blipFill rotWithShape="1">
          <a:blip r:embed="rId4">
            <a:alphaModFix/>
          </a:blip>
          <a:srcRect b="0" l="0" r="0" t="0"/>
          <a:stretch/>
        </p:blipFill>
        <p:spPr>
          <a:xfrm>
            <a:off x="2692400" y="2336800"/>
            <a:ext cx="4241800" cy="3987800"/>
          </a:xfrm>
          <a:prstGeom prst="rect">
            <a:avLst/>
          </a:prstGeom>
          <a:noFill/>
          <a:ln>
            <a:noFill/>
          </a:ln>
        </p:spPr>
      </p:pic>
      <p:grpSp>
        <p:nvGrpSpPr>
          <p:cNvPr id="489" name="Google Shape;489;p8"/>
          <p:cNvGrpSpPr/>
          <p:nvPr/>
        </p:nvGrpSpPr>
        <p:grpSpPr>
          <a:xfrm>
            <a:off x="-76200" y="6515100"/>
            <a:ext cx="9296400" cy="342900"/>
            <a:chOff x="-76200" y="6515100"/>
            <a:chExt cx="9296400" cy="342900"/>
          </a:xfrm>
        </p:grpSpPr>
        <p:cxnSp>
          <p:nvCxnSpPr>
            <p:cNvPr id="490" name="Google Shape;490;p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491" name="Google Shape;491;p8"/>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492" name="Google Shape;492;p8"/>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97" name="Shape 497"/>
        <p:cNvGrpSpPr/>
        <p:nvPr/>
      </p:nvGrpSpPr>
      <p:grpSpPr>
        <a:xfrm>
          <a:off x="0" y="0"/>
          <a:ext cx="0" cy="0"/>
          <a:chOff x="0" y="0"/>
          <a:chExt cx="0" cy="0"/>
        </a:xfrm>
      </p:grpSpPr>
      <p:sp>
        <p:nvSpPr>
          <p:cNvPr id="498" name="Google Shape;498;p9"/>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An object has three characteristics</a:t>
            </a:r>
            <a:endParaRPr b="0" i="0" sz="1400" u="none" cap="none" strike="noStrike">
              <a:solidFill>
                <a:srgbClr val="000000"/>
              </a:solidFill>
              <a:latin typeface="Arial"/>
              <a:ea typeface="Arial"/>
              <a:cs typeface="Arial"/>
              <a:sym typeface="Arial"/>
            </a:endParaRPr>
          </a:p>
          <a:p>
            <a:pPr indent="-285750" lvl="1" marL="742950" marR="0" rtl="0" algn="just">
              <a:lnSpc>
                <a:spcPct val="150000"/>
              </a:lnSpc>
              <a:spcBef>
                <a:spcPts val="0"/>
              </a:spcBef>
              <a:spcAft>
                <a:spcPts val="0"/>
              </a:spcAft>
              <a:buClr>
                <a:srgbClr val="FF6600"/>
              </a:buClr>
              <a:buSzPts val="2000"/>
              <a:buFont typeface="Arial"/>
              <a:buChar char="•"/>
            </a:pPr>
            <a:r>
              <a:rPr b="1" i="0" lang="en-US" sz="2000" u="none" cap="none" strike="noStrike">
                <a:solidFill>
                  <a:srgbClr val="262626"/>
                </a:solidFill>
                <a:latin typeface="Calibri"/>
                <a:ea typeface="Calibri"/>
                <a:cs typeface="Calibri"/>
                <a:sym typeface="Calibri"/>
              </a:rPr>
              <a:t>State:</a:t>
            </a:r>
            <a:r>
              <a:rPr b="0" i="0" lang="en-US" sz="2000" u="none" cap="none" strike="noStrike">
                <a:solidFill>
                  <a:srgbClr val="262626"/>
                </a:solidFill>
                <a:latin typeface="Calibri"/>
                <a:ea typeface="Calibri"/>
                <a:cs typeface="Calibri"/>
                <a:sym typeface="Calibri"/>
              </a:rPr>
              <a:t> represents data (value) of an object.</a:t>
            </a:r>
            <a:endParaRPr b="0" i="0" sz="1400" u="none" cap="none" strike="noStrike">
              <a:solidFill>
                <a:srgbClr val="000000"/>
              </a:solidFill>
              <a:latin typeface="Arial"/>
              <a:ea typeface="Arial"/>
              <a:cs typeface="Arial"/>
              <a:sym typeface="Arial"/>
            </a:endParaRPr>
          </a:p>
          <a:p>
            <a:pPr indent="-285750" lvl="1" marL="742950" marR="0" rtl="0" algn="just">
              <a:lnSpc>
                <a:spcPct val="150000"/>
              </a:lnSpc>
              <a:spcBef>
                <a:spcPts val="0"/>
              </a:spcBef>
              <a:spcAft>
                <a:spcPts val="0"/>
              </a:spcAft>
              <a:buClr>
                <a:srgbClr val="FF6600"/>
              </a:buClr>
              <a:buSzPts val="2000"/>
              <a:buFont typeface="Arial"/>
              <a:buChar char="•"/>
            </a:pPr>
            <a:r>
              <a:rPr b="1" i="0" lang="en-US" sz="2000" u="none" cap="none" strike="noStrike">
                <a:solidFill>
                  <a:srgbClr val="262626"/>
                </a:solidFill>
                <a:latin typeface="Calibri"/>
                <a:ea typeface="Calibri"/>
                <a:cs typeface="Calibri"/>
                <a:sym typeface="Calibri"/>
              </a:rPr>
              <a:t>Behavior:</a:t>
            </a:r>
            <a:r>
              <a:rPr b="0" i="0" lang="en-US" sz="2000" u="none" cap="none" strike="noStrike">
                <a:solidFill>
                  <a:srgbClr val="262626"/>
                </a:solidFill>
                <a:latin typeface="Calibri"/>
                <a:ea typeface="Calibri"/>
                <a:cs typeface="Calibri"/>
                <a:sym typeface="Calibri"/>
              </a:rPr>
              <a:t> represents the behavior (functionality) of an object such as deposit, withdraw etc.</a:t>
            </a:r>
            <a:endParaRPr b="0" i="0" sz="1400" u="none" cap="none" strike="noStrike">
              <a:solidFill>
                <a:srgbClr val="000000"/>
              </a:solidFill>
              <a:latin typeface="Arial"/>
              <a:ea typeface="Arial"/>
              <a:cs typeface="Arial"/>
              <a:sym typeface="Arial"/>
            </a:endParaRPr>
          </a:p>
          <a:p>
            <a:pPr indent="-285750" lvl="1" marL="742950" marR="0" rtl="0" algn="just">
              <a:lnSpc>
                <a:spcPct val="150000"/>
              </a:lnSpc>
              <a:spcBef>
                <a:spcPts val="0"/>
              </a:spcBef>
              <a:spcAft>
                <a:spcPts val="0"/>
              </a:spcAft>
              <a:buClr>
                <a:srgbClr val="FF6600"/>
              </a:buClr>
              <a:buSzPts val="2000"/>
              <a:buFont typeface="Arial"/>
              <a:buChar char="•"/>
            </a:pPr>
            <a:r>
              <a:rPr b="1" i="0" lang="en-US" sz="2000" u="none" cap="none" strike="noStrike">
                <a:solidFill>
                  <a:srgbClr val="262626"/>
                </a:solidFill>
                <a:latin typeface="Calibri"/>
                <a:ea typeface="Calibri"/>
                <a:cs typeface="Calibri"/>
                <a:sym typeface="Calibri"/>
              </a:rPr>
              <a:t>Identity:</a:t>
            </a:r>
            <a:r>
              <a:rPr b="0" i="0" lang="en-US" sz="2000" u="none" cap="none" strike="noStrike">
                <a:solidFill>
                  <a:srgbClr val="262626"/>
                </a:solidFill>
                <a:latin typeface="Calibri"/>
                <a:ea typeface="Calibri"/>
                <a:cs typeface="Calibri"/>
                <a:sym typeface="Calibri"/>
              </a:rPr>
              <a:t> Object identity is typically implemented via a unique ID. The value of the ID is not visible to the external user. But,it is used internally by the JVM to identify each object uniquely.</a:t>
            </a:r>
            <a:endParaRPr b="0" i="0" sz="1400" u="none" cap="none" strike="noStrike">
              <a:solidFill>
                <a:srgbClr val="000000"/>
              </a:solidFill>
              <a:latin typeface="Arial"/>
              <a:ea typeface="Arial"/>
              <a:cs typeface="Arial"/>
              <a:sym typeface="Arial"/>
            </a:endParaRPr>
          </a:p>
          <a:p>
            <a:pPr indent="-285750" lvl="1" marL="742950" marR="0" rtl="0" algn="just">
              <a:lnSpc>
                <a:spcPct val="150000"/>
              </a:lnSpc>
              <a:spcBef>
                <a:spcPts val="0"/>
              </a:spcBef>
              <a:spcAft>
                <a:spcPts val="0"/>
              </a:spcAft>
              <a:buClr>
                <a:schemeClr val="dk1"/>
              </a:buClr>
              <a:buSzPts val="2000"/>
              <a:buFont typeface="Calibri"/>
              <a:buNone/>
            </a:pPr>
            <a:r>
              <a:t/>
            </a:r>
            <a:endParaRPr b="0" i="0" sz="2000" u="none" cap="none" strike="noStrike">
              <a:solidFill>
                <a:srgbClr val="262626"/>
              </a:solidFill>
              <a:latin typeface="Calibri"/>
              <a:ea typeface="Calibri"/>
              <a:cs typeface="Calibri"/>
              <a:sym typeface="Calibri"/>
            </a:endParaRPr>
          </a:p>
          <a:p>
            <a:pPr indent="-457200" lvl="0" marL="457200" marR="0" rtl="0" algn="l">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&lt;ClassName&gt; &lt;ObjectName&gt; = new &lt;Constructor&gt;;</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Student Ravi = new Student();</a:t>
            </a:r>
            <a:endParaRPr b="0" i="0" sz="1400" u="none" cap="none" strike="noStrike">
              <a:solidFill>
                <a:srgbClr val="000000"/>
              </a:solidFill>
              <a:latin typeface="Arial"/>
              <a:ea typeface="Arial"/>
              <a:cs typeface="Arial"/>
              <a:sym typeface="Arial"/>
            </a:endParaRPr>
          </a:p>
          <a:p>
            <a:pPr indent="-158750" lvl="1" marL="742950" marR="0" rtl="0" algn="just">
              <a:lnSpc>
                <a:spcPct val="150000"/>
              </a:lnSpc>
              <a:spcBef>
                <a:spcPts val="0"/>
              </a:spcBef>
              <a:spcAft>
                <a:spcPts val="0"/>
              </a:spcAft>
              <a:buClr>
                <a:srgbClr val="FF6600"/>
              </a:buClr>
              <a:buSzPts val="2000"/>
              <a:buFont typeface="Arial"/>
              <a:buNone/>
            </a:pPr>
            <a:r>
              <a:t/>
            </a:r>
            <a:endParaRPr b="0" i="0" sz="2000" u="none" cap="none" strike="noStrike">
              <a:solidFill>
                <a:srgbClr val="26262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262626"/>
              </a:solidFill>
              <a:latin typeface="Calibri"/>
              <a:ea typeface="Calibri"/>
              <a:cs typeface="Calibri"/>
              <a:sym typeface="Calibri"/>
            </a:endParaRPr>
          </a:p>
        </p:txBody>
      </p:sp>
      <p:sp>
        <p:nvSpPr>
          <p:cNvPr id="499" name="Google Shape;499;p9"/>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Objects Syntax and Example</a:t>
            </a:r>
            <a:endParaRPr/>
          </a:p>
        </p:txBody>
      </p:sp>
      <p:cxnSp>
        <p:nvCxnSpPr>
          <p:cNvPr id="500" name="Google Shape;500;p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501" name="Google Shape;501;p9"/>
          <p:cNvGrpSpPr/>
          <p:nvPr/>
        </p:nvGrpSpPr>
        <p:grpSpPr>
          <a:xfrm>
            <a:off x="-76200" y="6515100"/>
            <a:ext cx="9296400" cy="342900"/>
            <a:chOff x="-76200" y="6515100"/>
            <a:chExt cx="9296400" cy="342900"/>
          </a:xfrm>
        </p:grpSpPr>
        <p:cxnSp>
          <p:nvCxnSpPr>
            <p:cNvPr id="502" name="Google Shape;502;p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503" name="Google Shape;503;p9"/>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504" name="Google Shape;504;p9"/>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0"/>
          <p:cNvSpPr txBox="1"/>
          <p:nvPr/>
        </p:nvSpPr>
        <p:spPr>
          <a:xfrm>
            <a:off x="228600" y="10668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Consider two objects of Student class are created and initializing the value to these objects by invoking the insertRecord method on it. </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Here, we are displaying the state (data) of the objects by invoking the displayRecord method.</a:t>
            </a:r>
            <a:endParaRPr b="0" i="0" sz="14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rgbClr val="FF6600"/>
              </a:buClr>
              <a:buSzPts val="2400"/>
              <a:buFont typeface="Arial"/>
              <a:buNone/>
            </a:pPr>
            <a:r>
              <a:t/>
            </a:r>
            <a:endParaRPr b="0" i="0" sz="2400" u="none" cap="none" strike="noStrike">
              <a:solidFill>
                <a:srgbClr val="26262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262626"/>
              </a:solidFill>
              <a:latin typeface="Calibri"/>
              <a:ea typeface="Calibri"/>
              <a:cs typeface="Calibri"/>
              <a:sym typeface="Calibri"/>
            </a:endParaRPr>
          </a:p>
        </p:txBody>
      </p:sp>
      <p:sp>
        <p:nvSpPr>
          <p:cNvPr id="511" name="Google Shape;511;p10"/>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Objects with Memory Allocation</a:t>
            </a:r>
            <a:endParaRPr/>
          </a:p>
        </p:txBody>
      </p:sp>
      <p:cxnSp>
        <p:nvCxnSpPr>
          <p:cNvPr id="512" name="Google Shape;512;p1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id="513" name="Google Shape;513;p10"/>
          <p:cNvPicPr preferRelativeResize="0"/>
          <p:nvPr/>
        </p:nvPicPr>
        <p:blipFill rotWithShape="1">
          <a:blip r:embed="rId4">
            <a:alphaModFix/>
          </a:blip>
          <a:srcRect b="18312" l="0" r="0" t="-1490"/>
          <a:stretch/>
        </p:blipFill>
        <p:spPr>
          <a:xfrm>
            <a:off x="1081087" y="2990850"/>
            <a:ext cx="6770687" cy="3492500"/>
          </a:xfrm>
          <a:prstGeom prst="rect">
            <a:avLst/>
          </a:prstGeom>
          <a:noFill/>
          <a:ln>
            <a:noFill/>
          </a:ln>
        </p:spPr>
      </p:pic>
      <p:grpSp>
        <p:nvGrpSpPr>
          <p:cNvPr id="514" name="Google Shape;514;p10"/>
          <p:cNvGrpSpPr/>
          <p:nvPr/>
        </p:nvGrpSpPr>
        <p:grpSpPr>
          <a:xfrm>
            <a:off x="-76200" y="6515100"/>
            <a:ext cx="9296400" cy="342900"/>
            <a:chOff x="-76200" y="6515100"/>
            <a:chExt cx="9296400" cy="342900"/>
          </a:xfrm>
        </p:grpSpPr>
        <p:cxnSp>
          <p:nvCxnSpPr>
            <p:cNvPr id="515" name="Google Shape;515;p1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516" name="Google Shape;516;p10"/>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517" name="Google Shape;517;p10"/>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22" name="Shape 522"/>
        <p:cNvGrpSpPr/>
        <p:nvPr/>
      </p:nvGrpSpPr>
      <p:grpSpPr>
        <a:xfrm>
          <a:off x="0" y="0"/>
          <a:ext cx="0" cy="0"/>
          <a:chOff x="0" y="0"/>
          <a:chExt cx="0" cy="0"/>
        </a:xfrm>
      </p:grpSpPr>
      <p:sp>
        <p:nvSpPr>
          <p:cNvPr id="523" name="Google Shape;523;p11"/>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We can assign value of reference variable to another reference variable.</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Reference Variable is used to store the address of the variable.</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Assigning Reference will not create distinct copies of Objects.</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All reference variables are referring to same Object.</a:t>
            </a:r>
            <a:endParaRPr b="0" i="0" sz="1400" u="none" cap="none" strike="noStrike">
              <a:solidFill>
                <a:srgbClr val="000000"/>
              </a:solidFill>
              <a:latin typeface="Arial"/>
              <a:ea typeface="Arial"/>
              <a:cs typeface="Arial"/>
              <a:sym typeface="Arial"/>
            </a:endParaRPr>
          </a:p>
        </p:txBody>
      </p:sp>
      <p:sp>
        <p:nvSpPr>
          <p:cNvPr id="524" name="Google Shape;524;p11"/>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Assigning Object Reference Variable</a:t>
            </a:r>
            <a:endParaRPr/>
          </a:p>
        </p:txBody>
      </p:sp>
      <p:cxnSp>
        <p:nvCxnSpPr>
          <p:cNvPr id="525" name="Google Shape;525;p1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526" name="Google Shape;526;p11"/>
          <p:cNvGrpSpPr/>
          <p:nvPr/>
        </p:nvGrpSpPr>
        <p:grpSpPr>
          <a:xfrm>
            <a:off x="-76200" y="6515100"/>
            <a:ext cx="9296400" cy="342900"/>
            <a:chOff x="-76200" y="6515100"/>
            <a:chExt cx="9296400" cy="342900"/>
          </a:xfrm>
        </p:grpSpPr>
        <p:cxnSp>
          <p:nvCxnSpPr>
            <p:cNvPr id="527" name="Google Shape;527;p1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528" name="Google Shape;528;p11"/>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529" name="Google Shape;529;p11"/>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34" name="Shape 534"/>
        <p:cNvGrpSpPr/>
        <p:nvPr/>
      </p:nvGrpSpPr>
      <p:grpSpPr>
        <a:xfrm>
          <a:off x="0" y="0"/>
          <a:ext cx="0" cy="0"/>
          <a:chOff x="0" y="0"/>
          <a:chExt cx="0" cy="0"/>
        </a:xfrm>
      </p:grpSpPr>
      <p:sp>
        <p:nvSpPr>
          <p:cNvPr id="535" name="Google Shape;535;p12"/>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Example</a:t>
            </a:r>
            <a:endParaRPr b="0" i="0" sz="1400" u="none" cap="none" strike="noStrike">
              <a:solidFill>
                <a:srgbClr val="000000"/>
              </a:solidFill>
              <a:latin typeface="Arial"/>
              <a:ea typeface="Arial"/>
              <a:cs typeface="Arial"/>
              <a:sym typeface="Arial"/>
            </a:endParaRPr>
          </a:p>
          <a:p>
            <a:pPr indent="-457200" lvl="0" marL="457200" marR="0" rtl="0" algn="ctr">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Student Ravi = new Student();</a:t>
            </a:r>
            <a:endParaRPr b="0" i="0" sz="1400" u="none" cap="none" strike="noStrike">
              <a:solidFill>
                <a:srgbClr val="000000"/>
              </a:solidFill>
              <a:latin typeface="Arial"/>
              <a:ea typeface="Arial"/>
              <a:cs typeface="Arial"/>
              <a:sym typeface="Arial"/>
            </a:endParaRPr>
          </a:p>
          <a:p>
            <a:pPr indent="-457200" lvl="0" marL="457200" marR="0" rtl="0" algn="ctr">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Student Rajesh = Ravi;</a:t>
            </a:r>
            <a:endParaRPr b="0" i="0" sz="2400" u="none" cap="none" strike="noStrike">
              <a:solidFill>
                <a:srgbClr val="262626"/>
              </a:solidFill>
              <a:latin typeface="Calibri"/>
              <a:ea typeface="Calibri"/>
              <a:cs typeface="Calibri"/>
              <a:sym typeface="Calibri"/>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Ravi is reference variable which contain the address of Actual Student Object.</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Rajesh is another reference variable</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Rajesh is initialized with Ravi means – “Ravi and Rajesh” both are referring same object, thus it does not create duplicate object, nor does it allocate extra memory.</a:t>
            </a:r>
            <a:endParaRPr b="0" i="0" sz="1400" u="none" cap="none" strike="noStrike">
              <a:solidFill>
                <a:srgbClr val="000000"/>
              </a:solidFill>
              <a:latin typeface="Arial"/>
              <a:ea typeface="Arial"/>
              <a:cs typeface="Arial"/>
              <a:sym typeface="Arial"/>
            </a:endParaRPr>
          </a:p>
        </p:txBody>
      </p:sp>
      <p:sp>
        <p:nvSpPr>
          <p:cNvPr id="536" name="Google Shape;536;p12"/>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Assigning Object Reference Variable</a:t>
            </a:r>
            <a:endParaRPr/>
          </a:p>
        </p:txBody>
      </p:sp>
      <p:cxnSp>
        <p:nvCxnSpPr>
          <p:cNvPr id="537" name="Google Shape;537;p1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538" name="Google Shape;538;p12"/>
          <p:cNvGrpSpPr/>
          <p:nvPr/>
        </p:nvGrpSpPr>
        <p:grpSpPr>
          <a:xfrm>
            <a:off x="-76200" y="6515100"/>
            <a:ext cx="9296400" cy="342900"/>
            <a:chOff x="-76200" y="6515100"/>
            <a:chExt cx="9296400" cy="342900"/>
          </a:xfrm>
        </p:grpSpPr>
        <p:cxnSp>
          <p:nvCxnSpPr>
            <p:cNvPr id="539" name="Google Shape;539;p1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540" name="Google Shape;540;p12"/>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541" name="Google Shape;541;p12"/>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46" name="Shape 546"/>
        <p:cNvGrpSpPr/>
        <p:nvPr/>
      </p:nvGrpSpPr>
      <p:grpSpPr>
        <a:xfrm>
          <a:off x="0" y="0"/>
          <a:ext cx="0" cy="0"/>
          <a:chOff x="0" y="0"/>
          <a:chExt cx="0" cy="0"/>
        </a:xfrm>
      </p:grpSpPr>
      <p:sp>
        <p:nvSpPr>
          <p:cNvPr id="547" name="Google Shape;547;p13"/>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In Java Class , We can add user defined method.</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is equivalent to Functions in C/C++ Programming.</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Syntax </a:t>
            </a:r>
            <a:endParaRPr b="0" i="0" sz="1400" u="none" cap="none" strike="noStrike">
              <a:solidFill>
                <a:srgbClr val="000000"/>
              </a:solidFill>
              <a:latin typeface="Arial"/>
              <a:ea typeface="Arial"/>
              <a:cs typeface="Arial"/>
              <a:sym typeface="Arial"/>
            </a:endParaRPr>
          </a:p>
          <a:p>
            <a:pPr indent="0" lvl="2" marL="685800" marR="0" rtl="0" algn="just">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&lt;ReturnType&gt; &lt;MethodName&gt; (&lt;ArgumentList&gt;){</a:t>
            </a:r>
            <a:endParaRPr b="0" i="0" sz="1400" u="none" cap="none" strike="noStrike">
              <a:solidFill>
                <a:srgbClr val="000000"/>
              </a:solidFill>
              <a:latin typeface="Arial"/>
              <a:ea typeface="Arial"/>
              <a:cs typeface="Arial"/>
              <a:sym typeface="Arial"/>
            </a:endParaRPr>
          </a:p>
          <a:p>
            <a:pPr indent="0" lvl="2" marL="685800" marR="0" rtl="0" algn="just">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	//method body</a:t>
            </a:r>
            <a:endParaRPr b="0" i="0" sz="1400" u="none" cap="none" strike="noStrike">
              <a:solidFill>
                <a:srgbClr val="000000"/>
              </a:solidFill>
              <a:latin typeface="Arial"/>
              <a:ea typeface="Arial"/>
              <a:cs typeface="Arial"/>
              <a:sym typeface="Arial"/>
            </a:endParaRPr>
          </a:p>
          <a:p>
            <a:pPr indent="0" lvl="2" marL="685800" marR="0" rtl="0" algn="just">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400"/>
              <a:buFont typeface="Arial"/>
              <a:buChar char="•"/>
            </a:pPr>
            <a:r>
              <a:rPr b="1" i="1" lang="en-US" sz="2400" u="none" cap="none" strike="noStrike">
                <a:solidFill>
                  <a:srgbClr val="262626"/>
                </a:solidFill>
                <a:latin typeface="Calibri"/>
                <a:ea typeface="Calibri"/>
                <a:cs typeface="Calibri"/>
                <a:sym typeface="Calibri"/>
              </a:rPr>
              <a:t>ReturnType</a:t>
            </a:r>
            <a:r>
              <a:rPr b="0" i="0" lang="en-US" sz="2400" u="none" cap="none" strike="noStrike">
                <a:solidFill>
                  <a:srgbClr val="262626"/>
                </a:solidFill>
                <a:latin typeface="Calibri"/>
                <a:ea typeface="Calibri"/>
                <a:cs typeface="Calibri"/>
                <a:sym typeface="Calibri"/>
              </a:rPr>
              <a:t> is nothing but the value to be returned to an calling method.</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400"/>
              <a:buFont typeface="Arial"/>
              <a:buChar char="•"/>
            </a:pPr>
            <a:r>
              <a:rPr b="1" i="1" lang="en-US" sz="2400" u="none" cap="none" strike="noStrike">
                <a:solidFill>
                  <a:srgbClr val="262626"/>
                </a:solidFill>
                <a:latin typeface="Calibri"/>
                <a:ea typeface="Calibri"/>
                <a:cs typeface="Calibri"/>
                <a:sym typeface="Calibri"/>
              </a:rPr>
              <a:t>MethodName </a:t>
            </a:r>
            <a:r>
              <a:rPr b="0" i="0" lang="en-US" sz="2400" u="none" cap="none" strike="noStrike">
                <a:solidFill>
                  <a:srgbClr val="262626"/>
                </a:solidFill>
                <a:latin typeface="Calibri"/>
                <a:ea typeface="Calibri"/>
                <a:cs typeface="Calibri"/>
                <a:sym typeface="Calibri"/>
              </a:rPr>
              <a:t>is an name of method that we are going to call through any method.</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400"/>
              <a:buFont typeface="Arial"/>
              <a:buChar char="•"/>
            </a:pPr>
            <a:r>
              <a:rPr b="1" i="1" lang="en-US" sz="2400" u="none" cap="none" strike="noStrike">
                <a:solidFill>
                  <a:srgbClr val="262626"/>
                </a:solidFill>
                <a:latin typeface="Calibri"/>
                <a:ea typeface="Calibri"/>
                <a:cs typeface="Calibri"/>
                <a:sym typeface="Calibri"/>
              </a:rPr>
              <a:t>ArgumentList</a:t>
            </a:r>
            <a:r>
              <a:rPr b="0" i="0" lang="en-US" sz="2400" u="none" cap="none" strike="noStrike">
                <a:solidFill>
                  <a:srgbClr val="262626"/>
                </a:solidFill>
                <a:latin typeface="Calibri"/>
                <a:ea typeface="Calibri"/>
                <a:cs typeface="Calibri"/>
                <a:sym typeface="Calibri"/>
              </a:rPr>
              <a:t> is the different parameters that we are going to pass to a method.</a:t>
            </a:r>
            <a:endParaRPr b="0" i="0" sz="1400" u="none" cap="none" strike="noStrike">
              <a:solidFill>
                <a:srgbClr val="000000"/>
              </a:solidFill>
              <a:latin typeface="Arial"/>
              <a:ea typeface="Arial"/>
              <a:cs typeface="Arial"/>
              <a:sym typeface="Arial"/>
            </a:endParaRPr>
          </a:p>
        </p:txBody>
      </p:sp>
      <p:sp>
        <p:nvSpPr>
          <p:cNvPr id="548" name="Google Shape;548;p13"/>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Methods</a:t>
            </a:r>
            <a:endParaRPr/>
          </a:p>
        </p:txBody>
      </p:sp>
      <p:cxnSp>
        <p:nvCxnSpPr>
          <p:cNvPr id="549" name="Google Shape;549;p1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550" name="Google Shape;550;p13"/>
          <p:cNvGrpSpPr/>
          <p:nvPr/>
        </p:nvGrpSpPr>
        <p:grpSpPr>
          <a:xfrm>
            <a:off x="-76200" y="6515100"/>
            <a:ext cx="9296400" cy="342900"/>
            <a:chOff x="-76200" y="6515100"/>
            <a:chExt cx="9296400" cy="342900"/>
          </a:xfrm>
        </p:grpSpPr>
        <p:cxnSp>
          <p:nvCxnSpPr>
            <p:cNvPr id="551" name="Google Shape;551;p1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552" name="Google Shape;552;p13"/>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553" name="Google Shape;553;p13"/>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58" name="Shape 558"/>
        <p:cNvGrpSpPr/>
        <p:nvPr/>
      </p:nvGrpSpPr>
      <p:grpSpPr>
        <a:xfrm>
          <a:off x="0" y="0"/>
          <a:ext cx="0" cy="0"/>
          <a:chOff x="0" y="0"/>
          <a:chExt cx="0" cy="0"/>
        </a:xfrm>
      </p:grpSpPr>
      <p:sp>
        <p:nvSpPr>
          <p:cNvPr id="559" name="Google Shape;559;p14"/>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can return any type of value.</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can return any Primitive data type</a:t>
            </a:r>
            <a:endParaRPr b="0" i="0" sz="1400" u="none" cap="none" strike="noStrike">
              <a:solidFill>
                <a:srgbClr val="000000"/>
              </a:solidFill>
              <a:latin typeface="Arial"/>
              <a:ea typeface="Arial"/>
              <a:cs typeface="Arial"/>
              <a:sym typeface="Arial"/>
            </a:endParaRPr>
          </a:p>
          <a:p>
            <a:pPr indent="-457200" lvl="0" marL="457200" marR="0" rtl="0" algn="ctr">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int sumInteger (int num1,int num2);</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can return Object of Class Type.</a:t>
            </a:r>
            <a:endParaRPr b="0" i="0" sz="1400" u="none" cap="none" strike="noStrike">
              <a:solidFill>
                <a:srgbClr val="000000"/>
              </a:solidFill>
              <a:latin typeface="Arial"/>
              <a:ea typeface="Arial"/>
              <a:cs typeface="Arial"/>
              <a:sym typeface="Arial"/>
            </a:endParaRPr>
          </a:p>
          <a:p>
            <a:pPr indent="-457200" lvl="0" marL="457200" marR="0" rtl="0" algn="ctr">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Rectangle sumRectangle (int num1,int num2);</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sometimes may not return value.</a:t>
            </a:r>
            <a:endParaRPr b="0" i="0" sz="1400" u="none" cap="none" strike="noStrike">
              <a:solidFill>
                <a:srgbClr val="000000"/>
              </a:solidFill>
              <a:latin typeface="Arial"/>
              <a:ea typeface="Arial"/>
              <a:cs typeface="Arial"/>
              <a:sym typeface="Arial"/>
            </a:endParaRPr>
          </a:p>
          <a:p>
            <a:pPr indent="-457200" lvl="0" marL="457200" marR="0" rtl="0" algn="ctr">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void sumInteger (int num1,int num2);</a:t>
            </a:r>
            <a:endParaRPr b="0" i="0" sz="1400" u="none" cap="none" strike="noStrike">
              <a:solidFill>
                <a:srgbClr val="000000"/>
              </a:solidFill>
              <a:latin typeface="Arial"/>
              <a:ea typeface="Arial"/>
              <a:cs typeface="Arial"/>
              <a:sym typeface="Arial"/>
            </a:endParaRPr>
          </a:p>
        </p:txBody>
      </p:sp>
      <p:sp>
        <p:nvSpPr>
          <p:cNvPr id="560" name="Google Shape;560;p14"/>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Methods</a:t>
            </a:r>
            <a:endParaRPr/>
          </a:p>
        </p:txBody>
      </p:sp>
      <p:cxnSp>
        <p:nvCxnSpPr>
          <p:cNvPr id="561" name="Google Shape;561;p1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562" name="Google Shape;562;p14"/>
          <p:cNvGrpSpPr/>
          <p:nvPr/>
        </p:nvGrpSpPr>
        <p:grpSpPr>
          <a:xfrm>
            <a:off x="-76200" y="6515100"/>
            <a:ext cx="9296400" cy="342900"/>
            <a:chOff x="-76200" y="6515100"/>
            <a:chExt cx="9296400" cy="342900"/>
          </a:xfrm>
        </p:grpSpPr>
        <p:cxnSp>
          <p:nvCxnSpPr>
            <p:cNvPr id="563" name="Google Shape;563;p1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564" name="Google Shape;564;p14"/>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565" name="Google Shape;565;p14"/>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70" name="Shape 570"/>
        <p:cNvGrpSpPr/>
        <p:nvPr/>
      </p:nvGrpSpPr>
      <p:grpSpPr>
        <a:xfrm>
          <a:off x="0" y="0"/>
          <a:ext cx="0" cy="0"/>
          <a:chOff x="0" y="0"/>
          <a:chExt cx="0" cy="0"/>
        </a:xfrm>
      </p:grpSpPr>
      <p:sp>
        <p:nvSpPr>
          <p:cNvPr id="571" name="Google Shape;571;p15"/>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can accept any number of parameters.</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can accept any data type as parameter.</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can accept Object as Parameter</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can accept no Parameter.</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Parameters are separated by Comma.</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Parameter must have Data Type</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Definition contain the actual body of the method.</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Method can take parameters and can return a value.</a:t>
            </a:r>
            <a:endParaRPr b="0" i="0" sz="1400" u="none" cap="none" strike="noStrike">
              <a:solidFill>
                <a:srgbClr val="000000"/>
              </a:solidFill>
              <a:latin typeface="Arial"/>
              <a:ea typeface="Arial"/>
              <a:cs typeface="Arial"/>
              <a:sym typeface="Arial"/>
            </a:endParaRPr>
          </a:p>
        </p:txBody>
      </p:sp>
      <p:sp>
        <p:nvSpPr>
          <p:cNvPr id="572" name="Google Shape;572;p15"/>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Methods</a:t>
            </a:r>
            <a:endParaRPr/>
          </a:p>
        </p:txBody>
      </p:sp>
      <p:cxnSp>
        <p:nvCxnSpPr>
          <p:cNvPr id="573" name="Google Shape;573;p1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574" name="Google Shape;574;p15"/>
          <p:cNvGrpSpPr/>
          <p:nvPr/>
        </p:nvGrpSpPr>
        <p:grpSpPr>
          <a:xfrm>
            <a:off x="-76200" y="6515100"/>
            <a:ext cx="9296400" cy="342900"/>
            <a:chOff x="-76200" y="6515100"/>
            <a:chExt cx="9296400" cy="342900"/>
          </a:xfrm>
        </p:grpSpPr>
        <p:cxnSp>
          <p:nvCxnSpPr>
            <p:cNvPr id="575" name="Google Shape;575;p1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576" name="Google Shape;576;p15"/>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577" name="Google Shape;577;p15"/>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82" name="Shape 582"/>
        <p:cNvGrpSpPr/>
        <p:nvPr/>
      </p:nvGrpSpPr>
      <p:grpSpPr>
        <a:xfrm>
          <a:off x="0" y="0"/>
          <a:ext cx="0" cy="0"/>
          <a:chOff x="0" y="0"/>
          <a:chExt cx="0" cy="0"/>
        </a:xfrm>
      </p:grpSpPr>
      <p:sp>
        <p:nvSpPr>
          <p:cNvPr id="583" name="Google Shape;583;p16"/>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Ravi is an Object of Type Student.</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We are calling method “insertRecord” by writing –</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a:p>
            <a:pPr indent="-457200" lvl="0" marL="457200" marR="0" rtl="0" algn="ctr">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&lt;Object_Name&gt; [DOT] &lt;Method_Name&gt; (&lt;ParameterList&gt;);</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Example</a:t>
            </a:r>
            <a:endParaRPr b="0" i="0" sz="2400" u="none" cap="none" strike="noStrike">
              <a:solidFill>
                <a:srgbClr val="262626"/>
              </a:solidFill>
              <a:latin typeface="Courier New"/>
              <a:ea typeface="Courier New"/>
              <a:cs typeface="Courier New"/>
              <a:sym typeface="Courier New"/>
            </a:endParaRPr>
          </a:p>
          <a:p>
            <a:pPr indent="-457200" lvl="0" marL="457200" marR="0" rtl="0" algn="ctr">
              <a:lnSpc>
                <a:spcPct val="150000"/>
              </a:lnSpc>
              <a:spcBef>
                <a:spcPts val="0"/>
              </a:spcBef>
              <a:spcAft>
                <a:spcPts val="0"/>
              </a:spcAft>
              <a:buClr>
                <a:srgbClr val="262626"/>
              </a:buClr>
              <a:buSzPts val="2400"/>
              <a:buFont typeface="Courier New"/>
              <a:buNone/>
            </a:pPr>
            <a:r>
              <a:rPr b="0" i="0" lang="en-US" sz="2400" u="none" cap="none" strike="noStrike">
                <a:solidFill>
                  <a:srgbClr val="262626"/>
                </a:solidFill>
                <a:latin typeface="Courier New"/>
                <a:ea typeface="Courier New"/>
                <a:cs typeface="Courier New"/>
                <a:sym typeface="Courier New"/>
              </a:rPr>
              <a:t>Ravi.insertRecord(1,”Ravi”);</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Function call is always followed by Semicolon.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262626"/>
              </a:solidFill>
              <a:latin typeface="Calibri"/>
              <a:ea typeface="Calibri"/>
              <a:cs typeface="Calibri"/>
              <a:sym typeface="Calibri"/>
            </a:endParaRPr>
          </a:p>
        </p:txBody>
      </p:sp>
      <p:sp>
        <p:nvSpPr>
          <p:cNvPr id="584" name="Google Shape;584;p16"/>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Methods</a:t>
            </a:r>
            <a:endParaRPr/>
          </a:p>
        </p:txBody>
      </p:sp>
      <p:cxnSp>
        <p:nvCxnSpPr>
          <p:cNvPr id="585" name="Google Shape;585;p1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586" name="Google Shape;586;p16"/>
          <p:cNvGrpSpPr/>
          <p:nvPr/>
        </p:nvGrpSpPr>
        <p:grpSpPr>
          <a:xfrm>
            <a:off x="-76200" y="6515100"/>
            <a:ext cx="9296400" cy="342900"/>
            <a:chOff x="-76200" y="6515100"/>
            <a:chExt cx="9296400" cy="342900"/>
          </a:xfrm>
        </p:grpSpPr>
        <p:cxnSp>
          <p:nvCxnSpPr>
            <p:cNvPr id="587" name="Google Shape;587;p1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588" name="Google Shape;588;p16"/>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589" name="Google Shape;589;p16"/>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94" name="Shape 594"/>
        <p:cNvGrpSpPr/>
        <p:nvPr/>
      </p:nvGrpSpPr>
      <p:grpSpPr>
        <a:xfrm>
          <a:off x="0" y="0"/>
          <a:ext cx="0" cy="0"/>
          <a:chOff x="0" y="0"/>
          <a:chExt cx="0" cy="0"/>
        </a:xfrm>
      </p:grpSpPr>
      <p:sp>
        <p:nvSpPr>
          <p:cNvPr id="595" name="Google Shape;595;p17"/>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Constructor in java is a special type of method that is used to initialize the object.</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Java constructor is invoked at the time of object creation. It constructs the values i.e. provides data for the object that is why it is known as constructor.</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There are basically two rules defined for the constructor.</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Constructor name must be same as its class name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Constructor must have no explicit return type</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There are two types of constructors:</a:t>
            </a:r>
            <a:endParaRPr b="0" i="0" sz="1400" u="none" cap="none" strike="noStrike">
              <a:solidFill>
                <a:srgbClr val="000000"/>
              </a:solidFill>
              <a:latin typeface="Arial"/>
              <a:ea typeface="Arial"/>
              <a:cs typeface="Arial"/>
              <a:sym typeface="Arial"/>
            </a:endParaRPr>
          </a:p>
          <a:p>
            <a:pPr indent="-342899" lvl="2" marL="725487"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Default constructor (no-arg constructor)</a:t>
            </a:r>
            <a:endParaRPr b="0" i="0" sz="1400" u="none" cap="none" strike="noStrike">
              <a:solidFill>
                <a:srgbClr val="000000"/>
              </a:solidFill>
              <a:latin typeface="Arial"/>
              <a:ea typeface="Arial"/>
              <a:cs typeface="Arial"/>
              <a:sym typeface="Arial"/>
            </a:endParaRPr>
          </a:p>
          <a:p>
            <a:pPr indent="-342899" lvl="2" marL="725487"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Parameterized constructor</a:t>
            </a:r>
            <a:endParaRPr b="0" i="0" sz="1400" u="none" cap="none" strike="noStrike">
              <a:solidFill>
                <a:srgbClr val="000000"/>
              </a:solidFill>
              <a:latin typeface="Arial"/>
              <a:ea typeface="Arial"/>
              <a:cs typeface="Arial"/>
              <a:sym typeface="Arial"/>
            </a:endParaRPr>
          </a:p>
        </p:txBody>
      </p:sp>
      <p:sp>
        <p:nvSpPr>
          <p:cNvPr id="596" name="Google Shape;596;p17"/>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Constructors</a:t>
            </a:r>
            <a:endParaRPr/>
          </a:p>
        </p:txBody>
      </p:sp>
      <p:cxnSp>
        <p:nvCxnSpPr>
          <p:cNvPr id="597" name="Google Shape;597;p1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598" name="Google Shape;598;p17"/>
          <p:cNvGrpSpPr/>
          <p:nvPr/>
        </p:nvGrpSpPr>
        <p:grpSpPr>
          <a:xfrm>
            <a:off x="-76200" y="6515100"/>
            <a:ext cx="9296400" cy="342900"/>
            <a:chOff x="-76200" y="6515100"/>
            <a:chExt cx="9296400" cy="342900"/>
          </a:xfrm>
        </p:grpSpPr>
        <p:cxnSp>
          <p:nvCxnSpPr>
            <p:cNvPr id="599" name="Google Shape;599;p1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600" name="Google Shape;600;p17"/>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601" name="Google Shape;601;p17"/>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06" name="Shape 606"/>
        <p:cNvGrpSpPr/>
        <p:nvPr/>
      </p:nvGrpSpPr>
      <p:grpSpPr>
        <a:xfrm>
          <a:off x="0" y="0"/>
          <a:ext cx="0" cy="0"/>
          <a:chOff x="0" y="0"/>
          <a:chExt cx="0" cy="0"/>
        </a:xfrm>
      </p:grpSpPr>
      <p:sp>
        <p:nvSpPr>
          <p:cNvPr id="607" name="Google Shape;607;p18"/>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3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A constructor that have no parameter is known as default constructor.</a:t>
            </a:r>
            <a:endParaRPr b="0" i="0" sz="1400" u="none" cap="none" strike="noStrike">
              <a:solidFill>
                <a:srgbClr val="000000"/>
              </a:solidFill>
              <a:latin typeface="Arial"/>
              <a:ea typeface="Arial"/>
              <a:cs typeface="Arial"/>
              <a:sym typeface="Arial"/>
            </a:endParaRPr>
          </a:p>
          <a:p>
            <a:pPr indent="-457200" lvl="0" marL="457200" marR="0" rtl="0" algn="just">
              <a:lnSpc>
                <a:spcPct val="13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&lt;ClassName&gt;(){</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		//constructor body</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3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Example</a:t>
            </a:r>
            <a:endParaRPr b="0" i="0" sz="2400" u="none" cap="none" strike="noStrike">
              <a:solidFill>
                <a:srgbClr val="262626"/>
              </a:solidFill>
              <a:latin typeface="Courier New"/>
              <a:ea typeface="Courier New"/>
              <a:cs typeface="Courier New"/>
              <a:sym typeface="Courier New"/>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Student(){</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		//constructor body</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608" name="Google Shape;608;p18"/>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Constructors</a:t>
            </a:r>
            <a:endParaRPr/>
          </a:p>
        </p:txBody>
      </p:sp>
      <p:cxnSp>
        <p:nvCxnSpPr>
          <p:cNvPr id="609" name="Google Shape;609;p1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610" name="Google Shape;610;p18"/>
          <p:cNvGrpSpPr/>
          <p:nvPr/>
        </p:nvGrpSpPr>
        <p:grpSpPr>
          <a:xfrm>
            <a:off x="-76200" y="6515100"/>
            <a:ext cx="9296400" cy="342900"/>
            <a:chOff x="-76200" y="6515100"/>
            <a:chExt cx="9296400" cy="342900"/>
          </a:xfrm>
        </p:grpSpPr>
        <p:cxnSp>
          <p:nvCxnSpPr>
            <p:cNvPr id="611" name="Google Shape;611;p1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612" name="Google Shape;612;p18"/>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613" name="Google Shape;613;p18"/>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18" name="Shape 618"/>
        <p:cNvGrpSpPr/>
        <p:nvPr/>
      </p:nvGrpSpPr>
      <p:grpSpPr>
        <a:xfrm>
          <a:off x="0" y="0"/>
          <a:ext cx="0" cy="0"/>
          <a:chOff x="0" y="0"/>
          <a:chExt cx="0" cy="0"/>
        </a:xfrm>
      </p:grpSpPr>
      <p:sp>
        <p:nvSpPr>
          <p:cNvPr id="619" name="Google Shape;619;p19"/>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3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A constructor that has parameter is known as parameterized constructor.</a:t>
            </a:r>
            <a:endParaRPr b="0" i="0" sz="1400" u="none" cap="none" strike="noStrike">
              <a:solidFill>
                <a:srgbClr val="000000"/>
              </a:solidFill>
              <a:latin typeface="Arial"/>
              <a:ea typeface="Arial"/>
              <a:cs typeface="Arial"/>
              <a:sym typeface="Arial"/>
            </a:endParaRPr>
          </a:p>
          <a:p>
            <a:pPr indent="-457200" lvl="0" marL="457200" marR="0" rtl="0" algn="just">
              <a:lnSpc>
                <a:spcPct val="13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&lt;ClassName&gt;(&lt;ParameterList&gt;){</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		//constructor body</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3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Example</a:t>
            </a:r>
            <a:endParaRPr b="0" i="0" sz="2400" u="none" cap="none" strike="noStrike">
              <a:solidFill>
                <a:srgbClr val="262626"/>
              </a:solidFill>
              <a:latin typeface="Courier New"/>
              <a:ea typeface="Courier New"/>
              <a:cs typeface="Courier New"/>
              <a:sym typeface="Courier New"/>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Student(int iID, String sName){</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		//constructor body</a:t>
            </a:r>
            <a:endParaRPr b="0" i="0" sz="1400" u="none" cap="none" strike="noStrike">
              <a:solidFill>
                <a:srgbClr val="000000"/>
              </a:solidFill>
              <a:latin typeface="Arial"/>
              <a:ea typeface="Arial"/>
              <a:cs typeface="Arial"/>
              <a:sym typeface="Arial"/>
            </a:endParaRPr>
          </a:p>
          <a:p>
            <a:pPr indent="0" lvl="5" marL="2057400" marR="0" rtl="0" algn="l">
              <a:lnSpc>
                <a:spcPct val="130000"/>
              </a:lnSpc>
              <a:spcBef>
                <a:spcPts val="0"/>
              </a:spcBef>
              <a:spcAft>
                <a:spcPts val="0"/>
              </a:spcAft>
              <a:buClr>
                <a:srgbClr val="FF6600"/>
              </a:buClr>
              <a:buSzPts val="2400"/>
              <a:buFont typeface="Courier New"/>
              <a:buNone/>
            </a:pPr>
            <a:r>
              <a:rPr b="0" i="0" lang="en-US" sz="2400" u="none" cap="none" strike="noStrike">
                <a:solidFill>
                  <a:srgbClr val="262626"/>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620" name="Google Shape;620;p19"/>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Constructors</a:t>
            </a:r>
            <a:endParaRPr/>
          </a:p>
        </p:txBody>
      </p:sp>
      <p:cxnSp>
        <p:nvCxnSpPr>
          <p:cNvPr id="621" name="Google Shape;621;p1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622" name="Google Shape;622;p19"/>
          <p:cNvGrpSpPr/>
          <p:nvPr/>
        </p:nvGrpSpPr>
        <p:grpSpPr>
          <a:xfrm>
            <a:off x="-76200" y="6515100"/>
            <a:ext cx="9296400" cy="342900"/>
            <a:chOff x="-76200" y="6515100"/>
            <a:chExt cx="9296400" cy="342900"/>
          </a:xfrm>
        </p:grpSpPr>
        <p:cxnSp>
          <p:nvCxnSpPr>
            <p:cNvPr id="623" name="Google Shape;623;p1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624" name="Google Shape;624;p19"/>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625" name="Google Shape;625;p19"/>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20"/>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Some rules of constructor</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Constructor Initializes an Object.</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Constructor cannot be called like methods.</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Constructors are called automatically as soon as object gets created.</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Constructor don’t have any return Type. (even Void)</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Constructor name is same as that of “Class Name“.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Constructor can accept parameter.</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Summary </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1" i="1" lang="en-US" sz="2000" u="none" cap="none" strike="noStrike">
                <a:solidFill>
                  <a:srgbClr val="262626"/>
                </a:solidFill>
                <a:latin typeface="Calibri"/>
                <a:ea typeface="Calibri"/>
                <a:cs typeface="Calibri"/>
                <a:sym typeface="Calibri"/>
              </a:rPr>
              <a:t>new</a:t>
            </a:r>
            <a:r>
              <a:rPr b="0" i="0" lang="en-US" sz="2000" u="none" cap="none" strike="noStrike">
                <a:solidFill>
                  <a:srgbClr val="262626"/>
                </a:solidFill>
                <a:latin typeface="Calibri"/>
                <a:ea typeface="Calibri"/>
                <a:cs typeface="Calibri"/>
                <a:sym typeface="Calibri"/>
              </a:rPr>
              <a:t> Operator will create an object.</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As soon as Object gets created it will call Constructor.</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Thus Constructor Initializes an Object as soon as after creation.</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It will print Values initialized by Constructor.</a:t>
            </a:r>
            <a:endParaRPr b="0" i="0" sz="1400" u="none" cap="none" strike="noStrike">
              <a:solidFill>
                <a:srgbClr val="000000"/>
              </a:solidFill>
              <a:latin typeface="Arial"/>
              <a:ea typeface="Arial"/>
              <a:cs typeface="Arial"/>
              <a:sym typeface="Arial"/>
            </a:endParaRPr>
          </a:p>
        </p:txBody>
      </p:sp>
      <p:sp>
        <p:nvSpPr>
          <p:cNvPr id="632" name="Google Shape;632;p20"/>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Constructors</a:t>
            </a:r>
            <a:endParaRPr/>
          </a:p>
        </p:txBody>
      </p:sp>
      <p:cxnSp>
        <p:nvCxnSpPr>
          <p:cNvPr id="633" name="Google Shape;633;p2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634" name="Google Shape;634;p20"/>
          <p:cNvGrpSpPr/>
          <p:nvPr/>
        </p:nvGrpSpPr>
        <p:grpSpPr>
          <a:xfrm>
            <a:off x="-76200" y="6515100"/>
            <a:ext cx="9296400" cy="342900"/>
            <a:chOff x="-76200" y="6515100"/>
            <a:chExt cx="9296400" cy="342900"/>
          </a:xfrm>
        </p:grpSpPr>
        <p:cxnSp>
          <p:nvCxnSpPr>
            <p:cNvPr id="635" name="Google Shape;635;p2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636" name="Google Shape;636;p20"/>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637" name="Google Shape;637;p20"/>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42" name="Shape 642"/>
        <p:cNvGrpSpPr/>
        <p:nvPr/>
      </p:nvGrpSpPr>
      <p:grpSpPr>
        <a:xfrm>
          <a:off x="0" y="0"/>
          <a:ext cx="0" cy="0"/>
          <a:chOff x="0" y="0"/>
          <a:chExt cx="0" cy="0"/>
        </a:xfrm>
      </p:grpSpPr>
      <p:sp>
        <p:nvSpPr>
          <p:cNvPr id="643" name="Google Shape;643;p21"/>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Example</a:t>
            </a:r>
            <a:endParaRPr b="0" i="0" sz="1400" u="none" cap="none" strike="noStrike">
              <a:solidFill>
                <a:srgbClr val="000000"/>
              </a:solidFill>
              <a:latin typeface="Arial"/>
              <a:ea typeface="Arial"/>
              <a:cs typeface="Arial"/>
              <a:sym typeface="Arial"/>
            </a:endParaRPr>
          </a:p>
        </p:txBody>
      </p:sp>
      <p:sp>
        <p:nvSpPr>
          <p:cNvPr id="644" name="Google Shape;644;p21"/>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Constructors</a:t>
            </a:r>
            <a:endParaRPr/>
          </a:p>
        </p:txBody>
      </p:sp>
      <p:cxnSp>
        <p:nvCxnSpPr>
          <p:cNvPr id="645" name="Google Shape;645;p2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descr="Screen Shot 2016-07-28 at 5.23.34 PM.png" id="646" name="Google Shape;646;p21"/>
          <p:cNvPicPr preferRelativeResize="0"/>
          <p:nvPr/>
        </p:nvPicPr>
        <p:blipFill rotWithShape="1">
          <a:blip r:embed="rId4">
            <a:alphaModFix/>
          </a:blip>
          <a:srcRect b="0" l="1467" r="0" t="0"/>
          <a:stretch/>
        </p:blipFill>
        <p:spPr>
          <a:xfrm>
            <a:off x="2654300" y="1371600"/>
            <a:ext cx="4232275" cy="4560887"/>
          </a:xfrm>
          <a:prstGeom prst="rect">
            <a:avLst/>
          </a:prstGeom>
          <a:noFill/>
          <a:ln>
            <a:noFill/>
          </a:ln>
        </p:spPr>
      </p:pic>
      <p:grpSp>
        <p:nvGrpSpPr>
          <p:cNvPr id="647" name="Google Shape;647;p21"/>
          <p:cNvGrpSpPr/>
          <p:nvPr/>
        </p:nvGrpSpPr>
        <p:grpSpPr>
          <a:xfrm>
            <a:off x="-76200" y="6515100"/>
            <a:ext cx="9296400" cy="342900"/>
            <a:chOff x="-76200" y="6515100"/>
            <a:chExt cx="9296400" cy="342900"/>
          </a:xfrm>
        </p:grpSpPr>
        <p:cxnSp>
          <p:nvCxnSpPr>
            <p:cNvPr id="648" name="Google Shape;648;p2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649" name="Google Shape;649;p21"/>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650" name="Google Shape;650;p21"/>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55" name="Shape 655"/>
        <p:cNvGrpSpPr/>
        <p:nvPr/>
      </p:nvGrpSpPr>
      <p:grpSpPr>
        <a:xfrm>
          <a:off x="0" y="0"/>
          <a:ext cx="0" cy="0"/>
          <a:chOff x="0" y="0"/>
          <a:chExt cx="0" cy="0"/>
        </a:xfrm>
      </p:grpSpPr>
      <p:sp>
        <p:nvSpPr>
          <p:cNvPr id="656" name="Google Shape;656;p22"/>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3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If a class have multiple methods by same name but different parameters (signature), it is known as </a:t>
            </a:r>
            <a:r>
              <a:rPr b="1" i="1" lang="en-US" sz="2300" u="none" cap="none" strike="noStrike">
                <a:solidFill>
                  <a:srgbClr val="262626"/>
                </a:solidFill>
                <a:latin typeface="Calibri"/>
                <a:ea typeface="Calibri"/>
                <a:cs typeface="Calibri"/>
                <a:sym typeface="Calibri"/>
              </a:rPr>
              <a:t>Method Overloading</a:t>
            </a:r>
            <a:r>
              <a:rPr b="0" i="0" lang="en-US" sz="2300" u="none" cap="none" strike="noStrike">
                <a:solidFill>
                  <a:srgbClr val="26262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457200" lvl="0" marL="457200" marR="0" rtl="0" algn="just">
              <a:lnSpc>
                <a:spcPct val="13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If we have to perform only one operation, having same name of the methods increases the readability of the program.</a:t>
            </a:r>
            <a:endParaRPr b="0" i="0" sz="1400" u="none" cap="none" strike="noStrike">
              <a:solidFill>
                <a:srgbClr val="000000"/>
              </a:solidFill>
              <a:latin typeface="Arial"/>
              <a:ea typeface="Arial"/>
              <a:cs typeface="Arial"/>
              <a:sym typeface="Arial"/>
            </a:endParaRPr>
          </a:p>
          <a:p>
            <a:pPr indent="-457200" lvl="0" marL="457200" marR="0" rtl="0" algn="just">
              <a:lnSpc>
                <a:spcPct val="13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Suppose you have to perform addition of the given numbers but there can be any number of arguments, if you write the method such as </a:t>
            </a:r>
            <a:r>
              <a:rPr b="1" i="0" lang="en-US" sz="2300" u="none" cap="none" strike="noStrike">
                <a:solidFill>
                  <a:srgbClr val="262626"/>
                </a:solidFill>
                <a:latin typeface="Courier New"/>
                <a:ea typeface="Courier New"/>
                <a:cs typeface="Courier New"/>
                <a:sym typeface="Courier New"/>
              </a:rPr>
              <a:t>sumInteger(int a,int b) </a:t>
            </a:r>
            <a:r>
              <a:rPr b="0" i="0" lang="en-US" sz="2300" u="none" cap="none" strike="noStrike">
                <a:solidFill>
                  <a:srgbClr val="262626"/>
                </a:solidFill>
                <a:latin typeface="Calibri"/>
                <a:ea typeface="Calibri"/>
                <a:cs typeface="Calibri"/>
                <a:sym typeface="Calibri"/>
              </a:rPr>
              <a:t>for two parameters, and </a:t>
            </a:r>
            <a:r>
              <a:rPr b="1" i="0" lang="en-US" sz="2300" u="none" cap="none" strike="noStrike">
                <a:solidFill>
                  <a:srgbClr val="262626"/>
                </a:solidFill>
                <a:latin typeface="Courier New"/>
                <a:ea typeface="Courier New"/>
                <a:cs typeface="Courier New"/>
                <a:sym typeface="Courier New"/>
              </a:rPr>
              <a:t>sumInteger(int a,int b,int c)</a:t>
            </a:r>
            <a:r>
              <a:rPr b="0" i="0" lang="en-US" sz="2300" u="none" cap="none" strike="noStrike">
                <a:solidFill>
                  <a:srgbClr val="262626"/>
                </a:solidFill>
                <a:latin typeface="Calibri"/>
                <a:ea typeface="Calibri"/>
                <a:cs typeface="Calibri"/>
                <a:sym typeface="Calibri"/>
              </a:rPr>
              <a:t> for three parameters then it may be difficult for you as well as other programmers to understand the behavior of the method because its name differs. So, we perform method overloading to figure out the program quickly.</a:t>
            </a:r>
            <a:endParaRPr b="0" i="0" sz="1400" u="none" cap="none" strike="noStrike">
              <a:solidFill>
                <a:srgbClr val="000000"/>
              </a:solidFill>
              <a:latin typeface="Arial"/>
              <a:ea typeface="Arial"/>
              <a:cs typeface="Arial"/>
              <a:sym typeface="Arial"/>
            </a:endParaRPr>
          </a:p>
        </p:txBody>
      </p:sp>
      <p:sp>
        <p:nvSpPr>
          <p:cNvPr id="657" name="Google Shape;657;p22"/>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Method Overloading</a:t>
            </a:r>
            <a:endParaRPr/>
          </a:p>
        </p:txBody>
      </p:sp>
      <p:cxnSp>
        <p:nvCxnSpPr>
          <p:cNvPr id="658" name="Google Shape;658;p2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659" name="Google Shape;659;p22"/>
          <p:cNvGrpSpPr/>
          <p:nvPr/>
        </p:nvGrpSpPr>
        <p:grpSpPr>
          <a:xfrm>
            <a:off x="-76200" y="6515100"/>
            <a:ext cx="9296400" cy="342900"/>
            <a:chOff x="-76200" y="6515100"/>
            <a:chExt cx="9296400" cy="342900"/>
          </a:xfrm>
        </p:grpSpPr>
        <p:cxnSp>
          <p:nvCxnSpPr>
            <p:cNvPr id="660" name="Google Shape;660;p2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661" name="Google Shape;661;p22"/>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662" name="Google Shape;662;p22"/>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67" name="Shape 667"/>
        <p:cNvGrpSpPr/>
        <p:nvPr/>
      </p:nvGrpSpPr>
      <p:grpSpPr>
        <a:xfrm>
          <a:off x="0" y="0"/>
          <a:ext cx="0" cy="0"/>
          <a:chOff x="0" y="0"/>
          <a:chExt cx="0" cy="0"/>
        </a:xfrm>
      </p:grpSpPr>
      <p:sp>
        <p:nvSpPr>
          <p:cNvPr id="668" name="Google Shape;668;p23"/>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Method Overloading</a:t>
            </a:r>
            <a:endParaRPr/>
          </a:p>
        </p:txBody>
      </p:sp>
      <p:cxnSp>
        <p:nvCxnSpPr>
          <p:cNvPr id="669" name="Google Shape;669;p2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descr="Screen Shot 2016-07-28 at 5.43.30 PM.png" id="670" name="Google Shape;670;p23"/>
          <p:cNvPicPr preferRelativeResize="0"/>
          <p:nvPr/>
        </p:nvPicPr>
        <p:blipFill rotWithShape="1">
          <a:blip r:embed="rId4">
            <a:alphaModFix/>
          </a:blip>
          <a:srcRect b="0" l="0" r="0" t="0"/>
          <a:stretch/>
        </p:blipFill>
        <p:spPr>
          <a:xfrm>
            <a:off x="1539875" y="990600"/>
            <a:ext cx="5527675" cy="3989387"/>
          </a:xfrm>
          <a:prstGeom prst="rect">
            <a:avLst/>
          </a:prstGeom>
          <a:noFill/>
          <a:ln>
            <a:noFill/>
          </a:ln>
        </p:spPr>
      </p:pic>
      <p:pic>
        <p:nvPicPr>
          <p:cNvPr descr="Screen Shot 2016-07-28 at 5.48.52 PM.png" id="671" name="Google Shape;671;p23"/>
          <p:cNvPicPr preferRelativeResize="0"/>
          <p:nvPr/>
        </p:nvPicPr>
        <p:blipFill rotWithShape="1">
          <a:blip r:embed="rId5">
            <a:alphaModFix/>
          </a:blip>
          <a:srcRect b="0" l="0" r="0" t="0"/>
          <a:stretch/>
        </p:blipFill>
        <p:spPr>
          <a:xfrm>
            <a:off x="1600200" y="5162550"/>
            <a:ext cx="4344987" cy="1131887"/>
          </a:xfrm>
          <a:prstGeom prst="rect">
            <a:avLst/>
          </a:prstGeom>
          <a:noFill/>
          <a:ln>
            <a:noFill/>
          </a:ln>
        </p:spPr>
      </p:pic>
      <p:grpSp>
        <p:nvGrpSpPr>
          <p:cNvPr id="672" name="Google Shape;672;p23"/>
          <p:cNvGrpSpPr/>
          <p:nvPr/>
        </p:nvGrpSpPr>
        <p:grpSpPr>
          <a:xfrm>
            <a:off x="-76200" y="6515100"/>
            <a:ext cx="9296400" cy="342900"/>
            <a:chOff x="-76200" y="6515100"/>
            <a:chExt cx="9296400" cy="342900"/>
          </a:xfrm>
        </p:grpSpPr>
        <p:cxnSp>
          <p:nvCxnSpPr>
            <p:cNvPr id="673" name="Google Shape;673;p2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674" name="Google Shape;674;p23"/>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675" name="Google Shape;675;p23"/>
          <p:cNvPicPr preferRelativeResize="0"/>
          <p:nvPr/>
        </p:nvPicPr>
        <p:blipFill rotWithShape="1">
          <a:blip r:embed="rId6">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80" name="Shape 680"/>
        <p:cNvGrpSpPr/>
        <p:nvPr/>
      </p:nvGrpSpPr>
      <p:grpSpPr>
        <a:xfrm>
          <a:off x="0" y="0"/>
          <a:ext cx="0" cy="0"/>
          <a:chOff x="0" y="0"/>
          <a:chExt cx="0" cy="0"/>
        </a:xfrm>
      </p:grpSpPr>
      <p:sp>
        <p:nvSpPr>
          <p:cNvPr id="681" name="Google Shape;681;p24"/>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Similar to method overloading, constructor overloading has a multiple constructors by same name but different parameters (signature).</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If we have to perform only one operation, having same name of the methods increases the readability of the program.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262626"/>
              </a:solidFill>
              <a:latin typeface="Calibri"/>
              <a:ea typeface="Calibri"/>
              <a:cs typeface="Calibri"/>
              <a:sym typeface="Calibri"/>
            </a:endParaRPr>
          </a:p>
        </p:txBody>
      </p:sp>
      <p:sp>
        <p:nvSpPr>
          <p:cNvPr id="682" name="Google Shape;682;p24"/>
          <p:cNvSpPr txBox="1"/>
          <p:nvPr>
            <p:ph type="title"/>
          </p:nvPr>
        </p:nvSpPr>
        <p:spPr>
          <a:xfrm>
            <a:off x="863600" y="76200"/>
            <a:ext cx="7975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Constructor Overloading</a:t>
            </a:r>
            <a:endParaRPr/>
          </a:p>
        </p:txBody>
      </p:sp>
      <p:cxnSp>
        <p:nvCxnSpPr>
          <p:cNvPr id="683" name="Google Shape;683;p2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descr="Screen Shot 2016-07-28 at 5.23.34 PM.png" id="684" name="Google Shape;684;p24"/>
          <p:cNvPicPr preferRelativeResize="0"/>
          <p:nvPr/>
        </p:nvPicPr>
        <p:blipFill rotWithShape="1">
          <a:blip r:embed="rId4">
            <a:alphaModFix/>
          </a:blip>
          <a:srcRect b="0" l="1467" r="0" t="0"/>
          <a:stretch/>
        </p:blipFill>
        <p:spPr>
          <a:xfrm>
            <a:off x="373062" y="3263900"/>
            <a:ext cx="2890837" cy="3114675"/>
          </a:xfrm>
          <a:prstGeom prst="rect">
            <a:avLst/>
          </a:prstGeom>
          <a:noFill/>
          <a:ln>
            <a:noFill/>
          </a:ln>
        </p:spPr>
      </p:pic>
      <p:pic>
        <p:nvPicPr>
          <p:cNvPr descr="Screen Shot 2016-07-28 at 5.55.23 PM.png" id="685" name="Google Shape;685;p24"/>
          <p:cNvPicPr preferRelativeResize="0"/>
          <p:nvPr/>
        </p:nvPicPr>
        <p:blipFill rotWithShape="1">
          <a:blip r:embed="rId5">
            <a:alphaModFix/>
          </a:blip>
          <a:srcRect b="0" l="0" r="0" t="0"/>
          <a:stretch/>
        </p:blipFill>
        <p:spPr>
          <a:xfrm>
            <a:off x="3967162" y="4443412"/>
            <a:ext cx="4872037" cy="600075"/>
          </a:xfrm>
          <a:prstGeom prst="rect">
            <a:avLst/>
          </a:prstGeom>
          <a:noFill/>
          <a:ln>
            <a:noFill/>
          </a:ln>
        </p:spPr>
      </p:pic>
      <p:grpSp>
        <p:nvGrpSpPr>
          <p:cNvPr id="686" name="Google Shape;686;p24"/>
          <p:cNvGrpSpPr/>
          <p:nvPr/>
        </p:nvGrpSpPr>
        <p:grpSpPr>
          <a:xfrm>
            <a:off x="-76200" y="6515100"/>
            <a:ext cx="9296400" cy="342900"/>
            <a:chOff x="-76200" y="6515100"/>
            <a:chExt cx="9296400" cy="342900"/>
          </a:xfrm>
        </p:grpSpPr>
        <p:cxnSp>
          <p:nvCxnSpPr>
            <p:cNvPr id="687" name="Google Shape;687;p2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688" name="Google Shape;688;p24"/>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689" name="Google Shape;689;p24"/>
          <p:cNvPicPr preferRelativeResize="0"/>
          <p:nvPr/>
        </p:nvPicPr>
        <p:blipFill rotWithShape="1">
          <a:blip r:embed="rId6">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94" name="Shape 694"/>
        <p:cNvGrpSpPr/>
        <p:nvPr/>
      </p:nvGrpSpPr>
      <p:grpSpPr>
        <a:xfrm>
          <a:off x="0" y="0"/>
          <a:ext cx="0" cy="0"/>
          <a:chOff x="0" y="0"/>
          <a:chExt cx="0" cy="0"/>
        </a:xfrm>
      </p:grpSpPr>
      <p:sp>
        <p:nvSpPr>
          <p:cNvPr id="695" name="Google Shape;695;p25"/>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There can be a lot of usage of java this keyword. In java, this is a reference variable that refers to the current object.</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keyword can be used to refer current class instance variable.</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can be used to invoke current class constructor.</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keyword can be used to invoke current class method (implicitly)</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can be passed as an argument in the method call.</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can be passed as argument in the constructor call.</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keyword can also be used to return the current class 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262626"/>
              </a:solidFill>
              <a:latin typeface="Calibri"/>
              <a:ea typeface="Calibri"/>
              <a:cs typeface="Calibri"/>
              <a:sym typeface="Calibri"/>
            </a:endParaRPr>
          </a:p>
        </p:txBody>
      </p:sp>
      <p:sp>
        <p:nvSpPr>
          <p:cNvPr id="696" name="Google Shape;696;p25"/>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‘this’ keyword</a:t>
            </a:r>
            <a:endParaRPr/>
          </a:p>
        </p:txBody>
      </p:sp>
      <p:cxnSp>
        <p:nvCxnSpPr>
          <p:cNvPr id="697" name="Google Shape;697;p2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id="698" name="Google Shape;698;p25"/>
          <p:cNvPicPr preferRelativeResize="0"/>
          <p:nvPr/>
        </p:nvPicPr>
        <p:blipFill rotWithShape="1">
          <a:blip r:embed="rId4">
            <a:alphaModFix/>
          </a:blip>
          <a:srcRect b="0" l="0" r="0" t="0"/>
          <a:stretch/>
        </p:blipFill>
        <p:spPr>
          <a:xfrm>
            <a:off x="2460625" y="4724400"/>
            <a:ext cx="4016375" cy="1746250"/>
          </a:xfrm>
          <a:prstGeom prst="rect">
            <a:avLst/>
          </a:prstGeom>
          <a:noFill/>
          <a:ln>
            <a:noFill/>
          </a:ln>
        </p:spPr>
      </p:pic>
      <p:grpSp>
        <p:nvGrpSpPr>
          <p:cNvPr id="699" name="Google Shape;699;p25"/>
          <p:cNvGrpSpPr/>
          <p:nvPr/>
        </p:nvGrpSpPr>
        <p:grpSpPr>
          <a:xfrm>
            <a:off x="-76200" y="6515100"/>
            <a:ext cx="9296400" cy="342900"/>
            <a:chOff x="-76200" y="6515100"/>
            <a:chExt cx="9296400" cy="342900"/>
          </a:xfrm>
        </p:grpSpPr>
        <p:cxnSp>
          <p:nvCxnSpPr>
            <p:cNvPr id="700" name="Google Shape;700;p2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701" name="Google Shape;701;p25"/>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702" name="Google Shape;702;p25"/>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07" name="Shape 707"/>
        <p:cNvGrpSpPr/>
        <p:nvPr/>
      </p:nvGrpSpPr>
      <p:grpSpPr>
        <a:xfrm>
          <a:off x="0" y="0"/>
          <a:ext cx="0" cy="0"/>
          <a:chOff x="0" y="0"/>
          <a:chExt cx="0" cy="0"/>
        </a:xfrm>
      </p:grpSpPr>
      <p:sp>
        <p:nvSpPr>
          <p:cNvPr id="708" name="Google Shape;708;p26"/>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keyword can be used to refer current class instance variable.</a:t>
            </a:r>
            <a:endParaRPr b="0" i="0" sz="1400" u="none" cap="none" strike="noStrike">
              <a:solidFill>
                <a:srgbClr val="000000"/>
              </a:solidFill>
              <a:latin typeface="Arial"/>
              <a:ea typeface="Arial"/>
              <a:cs typeface="Arial"/>
              <a:sym typeface="Arial"/>
            </a:endParaRPr>
          </a:p>
          <a:p>
            <a:pPr indent="-311150" lvl="0" marL="457200" marR="0" rtl="0" algn="just">
              <a:lnSpc>
                <a:spcPct val="120000"/>
              </a:lnSpc>
              <a:spcBef>
                <a:spcPts val="0"/>
              </a:spcBef>
              <a:spcAft>
                <a:spcPts val="0"/>
              </a:spcAft>
              <a:buClr>
                <a:srgbClr val="FF6600"/>
              </a:buClr>
              <a:buSzPts val="2300"/>
              <a:buFont typeface="Arial"/>
              <a:buNone/>
            </a:pPr>
            <a:r>
              <a:t/>
            </a:r>
            <a:endParaRPr b="0" i="0" sz="2300" u="none" cap="none" strike="noStrike">
              <a:solidFill>
                <a:srgbClr val="262626"/>
              </a:solidFill>
              <a:latin typeface="Calibri"/>
              <a:ea typeface="Calibri"/>
              <a:cs typeface="Calibri"/>
              <a:sym typeface="Calibri"/>
            </a:endParaRPr>
          </a:p>
          <a:p>
            <a:pPr indent="-311150" lvl="0" marL="457200" marR="0" rtl="0" algn="just">
              <a:lnSpc>
                <a:spcPct val="120000"/>
              </a:lnSpc>
              <a:spcBef>
                <a:spcPts val="0"/>
              </a:spcBef>
              <a:spcAft>
                <a:spcPts val="0"/>
              </a:spcAft>
              <a:buClr>
                <a:srgbClr val="FF6600"/>
              </a:buClr>
              <a:buSzPts val="2300"/>
              <a:buFont typeface="Arial"/>
              <a:buNone/>
            </a:pPr>
            <a:r>
              <a:t/>
            </a:r>
            <a:endParaRPr b="0" i="0" sz="2300" u="none" cap="none" strike="noStrike">
              <a:solidFill>
                <a:srgbClr val="262626"/>
              </a:solidFill>
              <a:latin typeface="Calibri"/>
              <a:ea typeface="Calibri"/>
              <a:cs typeface="Calibri"/>
              <a:sym typeface="Calibri"/>
            </a:endParaRPr>
          </a:p>
          <a:p>
            <a:pPr indent="-311150" lvl="0" marL="457200" marR="0" rtl="0" algn="just">
              <a:lnSpc>
                <a:spcPct val="120000"/>
              </a:lnSpc>
              <a:spcBef>
                <a:spcPts val="0"/>
              </a:spcBef>
              <a:spcAft>
                <a:spcPts val="0"/>
              </a:spcAft>
              <a:buClr>
                <a:srgbClr val="FF6600"/>
              </a:buClr>
              <a:buSzPts val="2300"/>
              <a:buFont typeface="Arial"/>
              <a:buNone/>
            </a:pPr>
            <a:r>
              <a:t/>
            </a:r>
            <a:endParaRPr b="0" i="0" sz="2300" u="none" cap="none" strike="noStrike">
              <a:solidFill>
                <a:srgbClr val="262626"/>
              </a:solidFill>
              <a:latin typeface="Calibri"/>
              <a:ea typeface="Calibri"/>
              <a:cs typeface="Calibri"/>
              <a:sym typeface="Calibri"/>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can be used to invoke current class constructor.</a:t>
            </a:r>
            <a:endParaRPr b="0" i="0" sz="1400" u="none" cap="none" strike="noStrike">
              <a:solidFill>
                <a:srgbClr val="000000"/>
              </a:solidFill>
              <a:latin typeface="Arial"/>
              <a:ea typeface="Arial"/>
              <a:cs typeface="Arial"/>
              <a:sym typeface="Arial"/>
            </a:endParaRPr>
          </a:p>
          <a:p>
            <a:pPr indent="-311150" lvl="0" marL="457200" marR="0" rtl="0" algn="just">
              <a:lnSpc>
                <a:spcPct val="120000"/>
              </a:lnSpc>
              <a:spcBef>
                <a:spcPts val="0"/>
              </a:spcBef>
              <a:spcAft>
                <a:spcPts val="0"/>
              </a:spcAft>
              <a:buClr>
                <a:srgbClr val="FF6600"/>
              </a:buClr>
              <a:buSzPts val="2300"/>
              <a:buFont typeface="Arial"/>
              <a:buNone/>
            </a:pPr>
            <a:r>
              <a:t/>
            </a:r>
            <a:endParaRPr b="0" i="0" sz="2300" u="none" cap="none" strike="noStrike">
              <a:solidFill>
                <a:srgbClr val="262626"/>
              </a:solidFill>
              <a:latin typeface="Calibri"/>
              <a:ea typeface="Calibri"/>
              <a:cs typeface="Calibri"/>
              <a:sym typeface="Calibri"/>
            </a:endParaRPr>
          </a:p>
          <a:p>
            <a:pPr indent="-311150" lvl="0" marL="457200" marR="0" rtl="0" algn="just">
              <a:lnSpc>
                <a:spcPct val="120000"/>
              </a:lnSpc>
              <a:spcBef>
                <a:spcPts val="0"/>
              </a:spcBef>
              <a:spcAft>
                <a:spcPts val="0"/>
              </a:spcAft>
              <a:buClr>
                <a:srgbClr val="FF6600"/>
              </a:buClr>
              <a:buSzPts val="2300"/>
              <a:buFont typeface="Arial"/>
              <a:buNone/>
            </a:pPr>
            <a:r>
              <a:t/>
            </a:r>
            <a:endParaRPr b="0" i="0" sz="2300" u="none" cap="none" strike="noStrike">
              <a:solidFill>
                <a:srgbClr val="262626"/>
              </a:solidFill>
              <a:latin typeface="Calibri"/>
              <a:ea typeface="Calibri"/>
              <a:cs typeface="Calibri"/>
              <a:sym typeface="Calibri"/>
            </a:endParaRPr>
          </a:p>
          <a:p>
            <a:pPr indent="-311150" lvl="0" marL="457200" marR="0" rtl="0" algn="just">
              <a:lnSpc>
                <a:spcPct val="120000"/>
              </a:lnSpc>
              <a:spcBef>
                <a:spcPts val="0"/>
              </a:spcBef>
              <a:spcAft>
                <a:spcPts val="0"/>
              </a:spcAft>
              <a:buClr>
                <a:srgbClr val="FF6600"/>
              </a:buClr>
              <a:buSzPts val="2300"/>
              <a:buFont typeface="Arial"/>
              <a:buNone/>
            </a:pPr>
            <a:r>
              <a:t/>
            </a:r>
            <a:endParaRPr b="0" i="0" sz="2300" u="none" cap="none" strike="noStrike">
              <a:solidFill>
                <a:srgbClr val="262626"/>
              </a:solidFill>
              <a:latin typeface="Calibri"/>
              <a:ea typeface="Calibri"/>
              <a:cs typeface="Calibri"/>
              <a:sym typeface="Calibri"/>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keyword can be used to invoke current class method (implicitly)</a:t>
            </a:r>
            <a:endParaRPr b="0" i="0" sz="1400" u="none" cap="none" strike="noStrike">
              <a:solidFill>
                <a:srgbClr val="000000"/>
              </a:solidFill>
              <a:latin typeface="Arial"/>
              <a:ea typeface="Arial"/>
              <a:cs typeface="Arial"/>
              <a:sym typeface="Arial"/>
            </a:endParaRPr>
          </a:p>
          <a:p>
            <a:pPr indent="-311150" lvl="0" marL="457200" marR="0" rtl="0" algn="just">
              <a:lnSpc>
                <a:spcPct val="120000"/>
              </a:lnSpc>
              <a:spcBef>
                <a:spcPts val="0"/>
              </a:spcBef>
              <a:spcAft>
                <a:spcPts val="0"/>
              </a:spcAft>
              <a:buClr>
                <a:srgbClr val="FF6600"/>
              </a:buClr>
              <a:buSzPts val="2300"/>
              <a:buFont typeface="Arial"/>
              <a:buNone/>
            </a:pPr>
            <a:r>
              <a:t/>
            </a:r>
            <a:endParaRPr b="0" i="0" sz="2300" u="none" cap="none" strike="noStrike">
              <a:solidFill>
                <a:srgbClr val="26262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262626"/>
              </a:solidFill>
              <a:latin typeface="Calibri"/>
              <a:ea typeface="Calibri"/>
              <a:cs typeface="Calibri"/>
              <a:sym typeface="Calibri"/>
            </a:endParaRPr>
          </a:p>
        </p:txBody>
      </p:sp>
      <p:sp>
        <p:nvSpPr>
          <p:cNvPr id="709" name="Google Shape;709;p26"/>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‘this’ keyword</a:t>
            </a:r>
            <a:endParaRPr/>
          </a:p>
        </p:txBody>
      </p:sp>
      <p:cxnSp>
        <p:nvCxnSpPr>
          <p:cNvPr id="710" name="Google Shape;710;p2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descr="Screen Shot 2016-07-28 at 6.00.11 PM.png" id="711" name="Google Shape;711;p26"/>
          <p:cNvPicPr preferRelativeResize="0"/>
          <p:nvPr/>
        </p:nvPicPr>
        <p:blipFill rotWithShape="1">
          <a:blip r:embed="rId4">
            <a:alphaModFix/>
          </a:blip>
          <a:srcRect b="0" l="0" r="0" t="0"/>
          <a:stretch/>
        </p:blipFill>
        <p:spPr>
          <a:xfrm>
            <a:off x="2419350" y="1498600"/>
            <a:ext cx="3905250" cy="1063625"/>
          </a:xfrm>
          <a:prstGeom prst="rect">
            <a:avLst/>
          </a:prstGeom>
          <a:noFill/>
          <a:ln>
            <a:noFill/>
          </a:ln>
        </p:spPr>
      </p:pic>
      <p:pic>
        <p:nvPicPr>
          <p:cNvPr descr="Screen Shot 2016-07-28 at 6.07.04 PM.png" id="712" name="Google Shape;712;p26"/>
          <p:cNvPicPr preferRelativeResize="0"/>
          <p:nvPr/>
        </p:nvPicPr>
        <p:blipFill rotWithShape="1">
          <a:blip r:embed="rId5">
            <a:alphaModFix/>
          </a:blip>
          <a:srcRect b="0" l="0" r="0" t="0"/>
          <a:stretch/>
        </p:blipFill>
        <p:spPr>
          <a:xfrm>
            <a:off x="1563687" y="3149600"/>
            <a:ext cx="5848350" cy="1116012"/>
          </a:xfrm>
          <a:prstGeom prst="rect">
            <a:avLst/>
          </a:prstGeom>
          <a:noFill/>
          <a:ln>
            <a:noFill/>
          </a:ln>
        </p:spPr>
      </p:pic>
      <p:grpSp>
        <p:nvGrpSpPr>
          <p:cNvPr id="713" name="Google Shape;713;p26"/>
          <p:cNvGrpSpPr/>
          <p:nvPr/>
        </p:nvGrpSpPr>
        <p:grpSpPr>
          <a:xfrm>
            <a:off x="-76200" y="6515100"/>
            <a:ext cx="9296400" cy="342900"/>
            <a:chOff x="-76200" y="6515100"/>
            <a:chExt cx="9296400" cy="342900"/>
          </a:xfrm>
        </p:grpSpPr>
        <p:cxnSp>
          <p:nvCxnSpPr>
            <p:cNvPr id="714" name="Google Shape;714;p2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715" name="Google Shape;715;p26"/>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716" name="Google Shape;716;p26"/>
          <p:cNvPicPr preferRelativeResize="0"/>
          <p:nvPr/>
        </p:nvPicPr>
        <p:blipFill rotWithShape="1">
          <a:blip r:embed="rId6">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21" name="Shape 721"/>
        <p:cNvGrpSpPr/>
        <p:nvPr/>
      </p:nvGrpSpPr>
      <p:grpSpPr>
        <a:xfrm>
          <a:off x="0" y="0"/>
          <a:ext cx="0" cy="0"/>
          <a:chOff x="0" y="0"/>
          <a:chExt cx="0" cy="0"/>
        </a:xfrm>
      </p:grpSpPr>
      <p:sp>
        <p:nvSpPr>
          <p:cNvPr id="722" name="Google Shape;722;p27"/>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this keyword can be used to invoke current class method (implicitly)</a:t>
            </a:r>
            <a:endParaRPr b="0" i="0" sz="1400" u="none" cap="none" strike="noStrike">
              <a:solidFill>
                <a:srgbClr val="000000"/>
              </a:solidFill>
              <a:latin typeface="Arial"/>
              <a:ea typeface="Arial"/>
              <a:cs typeface="Arial"/>
              <a:sym typeface="Arial"/>
            </a:endParaRPr>
          </a:p>
          <a:p>
            <a:pPr indent="-311150" lvl="0" marL="457200" marR="0" rtl="0" algn="just">
              <a:lnSpc>
                <a:spcPct val="120000"/>
              </a:lnSpc>
              <a:spcBef>
                <a:spcPts val="0"/>
              </a:spcBef>
              <a:spcAft>
                <a:spcPts val="0"/>
              </a:spcAft>
              <a:buClr>
                <a:srgbClr val="FF6600"/>
              </a:buClr>
              <a:buSzPts val="2300"/>
              <a:buFont typeface="Arial"/>
              <a:buNone/>
            </a:pPr>
            <a:r>
              <a:t/>
            </a:r>
            <a:endParaRPr b="0" i="0" sz="2300" u="none" cap="none" strike="noStrike">
              <a:solidFill>
                <a:srgbClr val="26262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262626"/>
              </a:solidFill>
              <a:latin typeface="Calibri"/>
              <a:ea typeface="Calibri"/>
              <a:cs typeface="Calibri"/>
              <a:sym typeface="Calibri"/>
            </a:endParaRPr>
          </a:p>
        </p:txBody>
      </p:sp>
      <p:sp>
        <p:nvSpPr>
          <p:cNvPr id="723" name="Google Shape;723;p27"/>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‘this’ keyword</a:t>
            </a:r>
            <a:endParaRPr/>
          </a:p>
        </p:txBody>
      </p:sp>
      <p:cxnSp>
        <p:nvCxnSpPr>
          <p:cNvPr id="724" name="Google Shape;724;p2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descr="1.png" id="725" name="Google Shape;725;p27"/>
          <p:cNvPicPr preferRelativeResize="0"/>
          <p:nvPr/>
        </p:nvPicPr>
        <p:blipFill rotWithShape="1">
          <a:blip r:embed="rId4">
            <a:alphaModFix/>
          </a:blip>
          <a:srcRect b="0" l="0" r="0" t="0"/>
          <a:stretch/>
        </p:blipFill>
        <p:spPr>
          <a:xfrm>
            <a:off x="1809750" y="1993900"/>
            <a:ext cx="5486400" cy="2381250"/>
          </a:xfrm>
          <a:prstGeom prst="rect">
            <a:avLst/>
          </a:prstGeom>
          <a:noFill/>
          <a:ln>
            <a:noFill/>
          </a:ln>
        </p:spPr>
      </p:pic>
      <p:pic>
        <p:nvPicPr>
          <p:cNvPr descr="Screen Shot 2016-07-28 at 6.23.13 PM.png" id="726" name="Google Shape;726;p27"/>
          <p:cNvPicPr preferRelativeResize="0"/>
          <p:nvPr/>
        </p:nvPicPr>
        <p:blipFill rotWithShape="1">
          <a:blip r:embed="rId5">
            <a:alphaModFix/>
          </a:blip>
          <a:srcRect b="0" l="0" r="0" t="0"/>
          <a:stretch/>
        </p:blipFill>
        <p:spPr>
          <a:xfrm>
            <a:off x="1900237" y="4957762"/>
            <a:ext cx="3457575" cy="554037"/>
          </a:xfrm>
          <a:prstGeom prst="rect">
            <a:avLst/>
          </a:prstGeom>
          <a:noFill/>
          <a:ln>
            <a:noFill/>
          </a:ln>
        </p:spPr>
      </p:pic>
      <p:grpSp>
        <p:nvGrpSpPr>
          <p:cNvPr id="727" name="Google Shape;727;p27"/>
          <p:cNvGrpSpPr/>
          <p:nvPr/>
        </p:nvGrpSpPr>
        <p:grpSpPr>
          <a:xfrm>
            <a:off x="-76200" y="6515100"/>
            <a:ext cx="9296400" cy="342900"/>
            <a:chOff x="-76200" y="6515100"/>
            <a:chExt cx="9296400" cy="342900"/>
          </a:xfrm>
        </p:grpSpPr>
        <p:cxnSp>
          <p:nvCxnSpPr>
            <p:cNvPr id="728" name="Google Shape;728;p2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729" name="Google Shape;729;p27"/>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730" name="Google Shape;730;p27"/>
          <p:cNvPicPr preferRelativeResize="0"/>
          <p:nvPr/>
        </p:nvPicPr>
        <p:blipFill rotWithShape="1">
          <a:blip r:embed="rId6">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35" name="Shape 735"/>
        <p:cNvGrpSpPr/>
        <p:nvPr/>
      </p:nvGrpSpPr>
      <p:grpSpPr>
        <a:xfrm>
          <a:off x="0" y="0"/>
          <a:ext cx="0" cy="0"/>
          <a:chOff x="0" y="0"/>
          <a:chExt cx="0" cy="0"/>
        </a:xfrm>
      </p:grpSpPr>
      <p:sp>
        <p:nvSpPr>
          <p:cNvPr id="736" name="Google Shape;736;p28"/>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In java, garbage means unreferenced objects.</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Garbage Collection is process of reclaiming the runtime unused memory automatically. In other words, it is a way to destroy the unused objects.</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To do so, we were using free() function in C language and delete() in C++. But, in java it is performed automatically. So, java provides better memory management.</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Advantages of Garbage Collection</a:t>
            </a:r>
            <a:endParaRPr b="0" i="0" sz="1400" u="none" cap="none" strike="noStrike">
              <a:solidFill>
                <a:srgbClr val="000000"/>
              </a:solidFill>
              <a:latin typeface="Arial"/>
              <a:ea typeface="Arial"/>
              <a:cs typeface="Arial"/>
              <a:sym typeface="Arial"/>
            </a:endParaRPr>
          </a:p>
          <a:p>
            <a:pPr indent="-285750" lvl="1" marL="742950" marR="0" rtl="0" algn="just">
              <a:lnSpc>
                <a:spcPct val="12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It makes java memory efficient because garbage collector removes the unreferenced objects from heap memory.</a:t>
            </a:r>
            <a:endParaRPr b="0" i="0" sz="1400" u="none" cap="none" strike="noStrike">
              <a:solidFill>
                <a:srgbClr val="000000"/>
              </a:solidFill>
              <a:latin typeface="Arial"/>
              <a:ea typeface="Arial"/>
              <a:cs typeface="Arial"/>
              <a:sym typeface="Arial"/>
            </a:endParaRPr>
          </a:p>
          <a:p>
            <a:pPr indent="-285750" lvl="1" marL="742950" marR="0" rtl="0" algn="just">
              <a:lnSpc>
                <a:spcPct val="12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It is automatically done by the garbage collector(a part of JVM) so we don't need to make extra efforts.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262626"/>
              </a:solidFill>
              <a:latin typeface="Calibri"/>
              <a:ea typeface="Calibri"/>
              <a:cs typeface="Calibri"/>
              <a:sym typeface="Calibri"/>
            </a:endParaRPr>
          </a:p>
        </p:txBody>
      </p:sp>
      <p:sp>
        <p:nvSpPr>
          <p:cNvPr id="737" name="Google Shape;737;p28"/>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Garbage Collection</a:t>
            </a:r>
            <a:endParaRPr/>
          </a:p>
        </p:txBody>
      </p:sp>
      <p:cxnSp>
        <p:nvCxnSpPr>
          <p:cNvPr id="738" name="Google Shape;738;p2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739" name="Google Shape;739;p28"/>
          <p:cNvGrpSpPr/>
          <p:nvPr/>
        </p:nvGrpSpPr>
        <p:grpSpPr>
          <a:xfrm>
            <a:off x="-76200" y="6515100"/>
            <a:ext cx="9296400" cy="342900"/>
            <a:chOff x="-76200" y="6515100"/>
            <a:chExt cx="9296400" cy="342900"/>
          </a:xfrm>
        </p:grpSpPr>
        <p:cxnSp>
          <p:nvCxnSpPr>
            <p:cNvPr id="740" name="Google Shape;740;p2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741" name="Google Shape;741;p28"/>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742" name="Google Shape;742;p28"/>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47" name="Shape 747"/>
        <p:cNvGrpSpPr/>
        <p:nvPr/>
      </p:nvGrpSpPr>
      <p:grpSpPr>
        <a:xfrm>
          <a:off x="0" y="0"/>
          <a:ext cx="0" cy="0"/>
          <a:chOff x="0" y="0"/>
          <a:chExt cx="0" cy="0"/>
        </a:xfrm>
      </p:grpSpPr>
      <p:sp>
        <p:nvSpPr>
          <p:cNvPr id="748" name="Google Shape;748;p29"/>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300"/>
              <a:buFont typeface="Arial"/>
              <a:buChar char="•"/>
            </a:pPr>
            <a:r>
              <a:rPr b="0" i="0" lang="en-US" sz="2300" u="none" cap="none" strike="noStrike">
                <a:solidFill>
                  <a:srgbClr val="262626"/>
                </a:solidFill>
                <a:latin typeface="Calibri"/>
                <a:ea typeface="Calibri"/>
                <a:cs typeface="Calibri"/>
                <a:sym typeface="Calibri"/>
              </a:rPr>
              <a:t>There are many ways:</a:t>
            </a:r>
            <a:endParaRPr b="0" i="0" sz="1400" u="none" cap="none" strike="noStrike">
              <a:solidFill>
                <a:srgbClr val="000000"/>
              </a:solidFill>
              <a:latin typeface="Arial"/>
              <a:ea typeface="Arial"/>
              <a:cs typeface="Arial"/>
              <a:sym typeface="Arial"/>
            </a:endParaRPr>
          </a:p>
          <a:p>
            <a:pPr indent="-285750" lvl="1" marL="742950" marR="0" rtl="0" algn="just">
              <a:lnSpc>
                <a:spcPct val="12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By nulling the reference</a:t>
            </a:r>
            <a:endParaRPr b="0" i="0" sz="1400" u="none" cap="none" strike="noStrike">
              <a:solidFill>
                <a:srgbClr val="000000"/>
              </a:solidFill>
              <a:latin typeface="Arial"/>
              <a:ea typeface="Arial"/>
              <a:cs typeface="Arial"/>
              <a:sym typeface="Arial"/>
            </a:endParaRPr>
          </a:p>
          <a:p>
            <a:pPr indent="-285750" lvl="1" marL="742950" marR="0" rtl="0" algn="just">
              <a:lnSpc>
                <a:spcPct val="12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By assigning a reference to another</a:t>
            </a:r>
            <a:endParaRPr b="0" i="0" sz="1400" u="none" cap="none" strike="noStrike">
              <a:solidFill>
                <a:srgbClr val="000000"/>
              </a:solidFill>
              <a:latin typeface="Arial"/>
              <a:ea typeface="Arial"/>
              <a:cs typeface="Arial"/>
              <a:sym typeface="Arial"/>
            </a:endParaRPr>
          </a:p>
          <a:p>
            <a:pPr indent="-285750" lvl="1" marL="742950" marR="0" rtl="0" algn="just">
              <a:lnSpc>
                <a:spcPct val="12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By anonymous object etc.</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By nulling a reference :</a:t>
            </a:r>
            <a:endParaRPr b="0" i="0" sz="1400" u="none" cap="none" strike="noStrike">
              <a:solidFill>
                <a:srgbClr val="000000"/>
              </a:solidFill>
              <a:latin typeface="Arial"/>
              <a:ea typeface="Arial"/>
              <a:cs typeface="Arial"/>
              <a:sym typeface="Arial"/>
            </a:endParaRPr>
          </a:p>
          <a:p>
            <a:pPr indent="-457200" lvl="0" marL="457200" marR="0" rtl="0" algn="ctr">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Employee e = new Employee();  </a:t>
            </a:r>
            <a:endParaRPr b="0" i="0" sz="1400" u="none" cap="none" strike="noStrike">
              <a:solidFill>
                <a:srgbClr val="000000"/>
              </a:solidFill>
              <a:latin typeface="Arial"/>
              <a:ea typeface="Arial"/>
              <a:cs typeface="Arial"/>
              <a:sym typeface="Arial"/>
            </a:endParaRPr>
          </a:p>
          <a:p>
            <a:pPr indent="-457200" lvl="0" marL="457200" marR="0" rtl="0" algn="ctr">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e = null; </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By assigning a reference to another:</a:t>
            </a:r>
            <a:endParaRPr b="0" i="0" sz="1400" u="none" cap="none" strike="noStrike">
              <a:solidFill>
                <a:srgbClr val="000000"/>
              </a:solidFill>
              <a:latin typeface="Arial"/>
              <a:ea typeface="Arial"/>
              <a:cs typeface="Arial"/>
              <a:sym typeface="Arial"/>
            </a:endParaRPr>
          </a:p>
          <a:p>
            <a:pPr indent="0" lvl="2" marL="685800" marR="0" rtl="0" algn="l">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Employee e1=new Employee();  </a:t>
            </a:r>
            <a:endParaRPr b="0" i="0" sz="1400" u="none" cap="none" strike="noStrike">
              <a:solidFill>
                <a:srgbClr val="000000"/>
              </a:solidFill>
              <a:latin typeface="Arial"/>
              <a:ea typeface="Arial"/>
              <a:cs typeface="Arial"/>
              <a:sym typeface="Arial"/>
            </a:endParaRPr>
          </a:p>
          <a:p>
            <a:pPr indent="0" lvl="2" marL="685800" marR="0" rtl="0" algn="l">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Employee e2=new Employee();  </a:t>
            </a:r>
            <a:endParaRPr b="0" i="0" sz="1400" u="none" cap="none" strike="noStrike">
              <a:solidFill>
                <a:srgbClr val="000000"/>
              </a:solidFill>
              <a:latin typeface="Arial"/>
              <a:ea typeface="Arial"/>
              <a:cs typeface="Arial"/>
              <a:sym typeface="Arial"/>
            </a:endParaRPr>
          </a:p>
          <a:p>
            <a:pPr indent="0" lvl="2" marL="685800" marR="0" rtl="0" algn="l">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e1=e2; 	//now the first object referred by e1 is available for garbage collection </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By anonymous object:</a:t>
            </a:r>
            <a:endParaRPr b="0" i="0" sz="1400" u="none" cap="none" strike="noStrike">
              <a:solidFill>
                <a:srgbClr val="000000"/>
              </a:solidFill>
              <a:latin typeface="Arial"/>
              <a:ea typeface="Arial"/>
              <a:cs typeface="Arial"/>
              <a:sym typeface="Arial"/>
            </a:endParaRPr>
          </a:p>
          <a:p>
            <a:pPr indent="0" lvl="2" marL="685800" marR="0" rtl="0" algn="just">
              <a:lnSpc>
                <a:spcPct val="120000"/>
              </a:lnSpc>
              <a:spcBef>
                <a:spcPts val="0"/>
              </a:spcBef>
              <a:spcAft>
                <a:spcPts val="0"/>
              </a:spcAft>
              <a:buClr>
                <a:srgbClr val="262626"/>
              </a:buClr>
              <a:buSzPts val="2000"/>
              <a:buFont typeface="Courier New"/>
              <a:buNone/>
            </a:pPr>
            <a:r>
              <a:rPr b="0" i="0" lang="en-US" sz="2000" u="none" cap="none" strike="noStrike">
                <a:solidFill>
                  <a:srgbClr val="262626"/>
                </a:solidFill>
                <a:latin typeface="Courier New"/>
                <a:ea typeface="Courier New"/>
                <a:cs typeface="Courier New"/>
                <a:sym typeface="Courier New"/>
              </a:rPr>
              <a:t>new Employee(); </a:t>
            </a:r>
            <a:endParaRPr b="0" i="0" sz="1400" u="none" cap="none" strike="noStrike">
              <a:solidFill>
                <a:srgbClr val="000000"/>
              </a:solidFill>
              <a:latin typeface="Arial"/>
              <a:ea typeface="Arial"/>
              <a:cs typeface="Arial"/>
              <a:sym typeface="Arial"/>
            </a:endParaRPr>
          </a:p>
          <a:p>
            <a:pPr indent="-304800" lvl="0" marL="457200" marR="0" rtl="0" algn="just">
              <a:lnSpc>
                <a:spcPct val="120000"/>
              </a:lnSpc>
              <a:spcBef>
                <a:spcPts val="0"/>
              </a:spcBef>
              <a:spcAft>
                <a:spcPts val="0"/>
              </a:spcAft>
              <a:buClr>
                <a:srgbClr val="FF6600"/>
              </a:buClr>
              <a:buSzPts val="2400"/>
              <a:buFont typeface="Arial"/>
              <a:buNone/>
            </a:pPr>
            <a:r>
              <a:t/>
            </a:r>
            <a:endParaRPr b="0" i="0" sz="2400" u="none" cap="none" strike="noStrike">
              <a:solidFill>
                <a:srgbClr val="262626"/>
              </a:solidFill>
              <a:latin typeface="Calibri"/>
              <a:ea typeface="Calibri"/>
              <a:cs typeface="Calibri"/>
              <a:sym typeface="Calibri"/>
            </a:endParaRPr>
          </a:p>
          <a:p>
            <a:pPr indent="-304800" lvl="0" marL="457200" marR="0" rtl="0" algn="just">
              <a:lnSpc>
                <a:spcPct val="120000"/>
              </a:lnSpc>
              <a:spcBef>
                <a:spcPts val="0"/>
              </a:spcBef>
              <a:spcAft>
                <a:spcPts val="0"/>
              </a:spcAft>
              <a:buClr>
                <a:srgbClr val="FF6600"/>
              </a:buClr>
              <a:buSzPts val="2400"/>
              <a:buFont typeface="Arial"/>
              <a:buNone/>
            </a:pPr>
            <a:r>
              <a:t/>
            </a:r>
            <a:endParaRPr b="0" i="0" sz="2400" u="none" cap="none" strike="noStrike">
              <a:solidFill>
                <a:srgbClr val="26262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262626"/>
              </a:solidFill>
              <a:latin typeface="Calibri"/>
              <a:ea typeface="Calibri"/>
              <a:cs typeface="Calibri"/>
              <a:sym typeface="Calibri"/>
            </a:endParaRPr>
          </a:p>
        </p:txBody>
      </p:sp>
      <p:sp>
        <p:nvSpPr>
          <p:cNvPr id="749" name="Google Shape;749;p29"/>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Garbage Collection</a:t>
            </a:r>
            <a:endParaRPr/>
          </a:p>
        </p:txBody>
      </p:sp>
      <p:cxnSp>
        <p:nvCxnSpPr>
          <p:cNvPr id="750" name="Google Shape;750;p2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751" name="Google Shape;751;p29"/>
          <p:cNvGrpSpPr/>
          <p:nvPr/>
        </p:nvGrpSpPr>
        <p:grpSpPr>
          <a:xfrm>
            <a:off x="-76200" y="6515100"/>
            <a:ext cx="9296400" cy="342900"/>
            <a:chOff x="-76200" y="6515100"/>
            <a:chExt cx="9296400" cy="342900"/>
          </a:xfrm>
        </p:grpSpPr>
        <p:cxnSp>
          <p:nvCxnSpPr>
            <p:cNvPr id="752" name="Google Shape;752;p2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753" name="Google Shape;753;p29"/>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754" name="Google Shape;754;p29"/>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59" name="Shape 759"/>
        <p:cNvGrpSpPr/>
        <p:nvPr/>
      </p:nvGrpSpPr>
      <p:grpSpPr>
        <a:xfrm>
          <a:off x="0" y="0"/>
          <a:ext cx="0" cy="0"/>
          <a:chOff x="0" y="0"/>
          <a:chExt cx="0" cy="0"/>
        </a:xfrm>
      </p:grpSpPr>
      <p:sp>
        <p:nvSpPr>
          <p:cNvPr id="760" name="Google Shape;760;p30"/>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300"/>
              <a:buFont typeface="Arial"/>
              <a:buChar char="•"/>
            </a:pPr>
            <a:r>
              <a:rPr b="1" i="1" lang="en-US" sz="2300" u="none" cap="none" strike="noStrike">
                <a:solidFill>
                  <a:srgbClr val="262626"/>
                </a:solidFill>
                <a:latin typeface="Calibri"/>
                <a:ea typeface="Calibri"/>
                <a:cs typeface="Calibri"/>
                <a:sym typeface="Calibri"/>
              </a:rPr>
              <a:t>finalize() method :</a:t>
            </a:r>
            <a:r>
              <a:rPr b="0" i="0" lang="en-US" sz="2300" u="none" cap="none" strike="noStrike">
                <a:solidFill>
                  <a:srgbClr val="262626"/>
                </a:solidFill>
                <a:latin typeface="Calibri"/>
                <a:ea typeface="Calibri"/>
                <a:cs typeface="Calibri"/>
                <a:sym typeface="Calibri"/>
              </a:rPr>
              <a:t> The finalize() method is invoked each time before the object is garbage collected. This method can be used to perform cleanup processing. This method is defined in Object class as :</a:t>
            </a:r>
            <a:endParaRPr b="0" i="0" sz="1400" u="none" cap="none" strike="noStrike">
              <a:solidFill>
                <a:srgbClr val="000000"/>
              </a:solidFill>
              <a:latin typeface="Arial"/>
              <a:ea typeface="Arial"/>
              <a:cs typeface="Arial"/>
              <a:sym typeface="Arial"/>
            </a:endParaRPr>
          </a:p>
          <a:p>
            <a:pPr indent="-457200" lvl="0" marL="457200" marR="0" rtl="0" algn="ctr">
              <a:lnSpc>
                <a:spcPct val="120000"/>
              </a:lnSpc>
              <a:spcBef>
                <a:spcPts val="0"/>
              </a:spcBef>
              <a:spcAft>
                <a:spcPts val="0"/>
              </a:spcAft>
              <a:buClr>
                <a:srgbClr val="262626"/>
              </a:buClr>
              <a:buSzPts val="2300"/>
              <a:buFont typeface="Courier New"/>
              <a:buNone/>
            </a:pPr>
            <a:r>
              <a:rPr b="0" i="0" lang="en-US" sz="2300" u="none" cap="none" strike="noStrike">
                <a:solidFill>
                  <a:srgbClr val="262626"/>
                </a:solidFill>
                <a:latin typeface="Courier New"/>
                <a:ea typeface="Courier New"/>
                <a:cs typeface="Courier New"/>
                <a:sym typeface="Courier New"/>
              </a:rPr>
              <a:t>protected void finalize(){}</a:t>
            </a:r>
            <a:endParaRPr b="0" i="0" sz="1400" u="none" cap="none" strike="noStrike">
              <a:solidFill>
                <a:srgbClr val="000000"/>
              </a:solidFill>
              <a:latin typeface="Arial"/>
              <a:ea typeface="Arial"/>
              <a:cs typeface="Arial"/>
              <a:sym typeface="Arial"/>
            </a:endParaRPr>
          </a:p>
          <a:p>
            <a:pPr indent="-457200" lvl="0" marL="457200" marR="0" rtl="0" algn="ctr">
              <a:lnSpc>
                <a:spcPct val="120000"/>
              </a:lnSpc>
              <a:spcBef>
                <a:spcPts val="0"/>
              </a:spcBef>
              <a:spcAft>
                <a:spcPts val="0"/>
              </a:spcAft>
              <a:buClr>
                <a:schemeClr val="dk1"/>
              </a:buClr>
              <a:buSzPts val="2300"/>
              <a:buFont typeface="Calibri"/>
              <a:buNone/>
            </a:pPr>
            <a:r>
              <a:t/>
            </a:r>
            <a:endParaRPr b="0" i="0" sz="2300" u="none" cap="none" strike="noStrike">
              <a:solidFill>
                <a:srgbClr val="262626"/>
              </a:solidFill>
              <a:latin typeface="Courier New"/>
              <a:ea typeface="Courier New"/>
              <a:cs typeface="Courier New"/>
              <a:sym typeface="Courier New"/>
            </a:endParaRPr>
          </a:p>
          <a:p>
            <a:pPr indent="-457200" lvl="0" marL="457200" marR="0" rtl="0" algn="just">
              <a:lnSpc>
                <a:spcPct val="120000"/>
              </a:lnSpc>
              <a:spcBef>
                <a:spcPts val="0"/>
              </a:spcBef>
              <a:spcAft>
                <a:spcPts val="0"/>
              </a:spcAft>
              <a:buClr>
                <a:srgbClr val="262626"/>
              </a:buClr>
              <a:buSzPts val="2300"/>
              <a:buFont typeface="Calibri"/>
              <a:buNone/>
            </a:pPr>
            <a:r>
              <a:rPr b="1" i="1" lang="en-US" sz="2300" u="none" cap="none" strike="noStrike">
                <a:solidFill>
                  <a:srgbClr val="262626"/>
                </a:solidFill>
                <a:latin typeface="Calibri"/>
                <a:ea typeface="Calibri"/>
                <a:cs typeface="Calibri"/>
                <a:sym typeface="Calibri"/>
              </a:rPr>
              <a:t>Note:</a:t>
            </a:r>
            <a:r>
              <a:rPr b="0" i="0" lang="en-US" sz="2300" u="none" cap="none" strike="noStrike">
                <a:solidFill>
                  <a:srgbClr val="262626"/>
                </a:solidFill>
                <a:latin typeface="Calibri"/>
                <a:ea typeface="Calibri"/>
                <a:cs typeface="Calibri"/>
                <a:sym typeface="Calibri"/>
              </a:rPr>
              <a:t> The Garbage collector of JVM collects only those objects that are created by new keyword. So if you have created any object without new, you can use finalize method to perform cleanup processing (destroying remaining objects).</a:t>
            </a:r>
            <a:endParaRPr b="0" i="0" sz="1400" u="none" cap="none" strike="noStrike">
              <a:solidFill>
                <a:srgbClr val="000000"/>
              </a:solidFill>
              <a:latin typeface="Arial"/>
              <a:ea typeface="Arial"/>
              <a:cs typeface="Arial"/>
              <a:sym typeface="Arial"/>
            </a:endParaRPr>
          </a:p>
        </p:txBody>
      </p:sp>
      <p:sp>
        <p:nvSpPr>
          <p:cNvPr id="761" name="Google Shape;761;p30"/>
          <p:cNvSpPr txBox="1"/>
          <p:nvPr>
            <p:ph type="title"/>
          </p:nvPr>
        </p:nvSpPr>
        <p:spPr>
          <a:xfrm>
            <a:off x="838200" y="76200"/>
            <a:ext cx="80010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Garbage Collection : Methods</a:t>
            </a:r>
            <a:endParaRPr/>
          </a:p>
        </p:txBody>
      </p:sp>
      <p:grpSp>
        <p:nvGrpSpPr>
          <p:cNvPr id="762" name="Google Shape;762;p30"/>
          <p:cNvGrpSpPr/>
          <p:nvPr/>
        </p:nvGrpSpPr>
        <p:grpSpPr>
          <a:xfrm>
            <a:off x="-76200" y="6515100"/>
            <a:ext cx="9296400" cy="342900"/>
            <a:chOff x="-76200" y="6515100"/>
            <a:chExt cx="9296400" cy="342900"/>
          </a:xfrm>
        </p:grpSpPr>
        <p:cxnSp>
          <p:nvCxnSpPr>
            <p:cNvPr id="763" name="Google Shape;763;p3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764" name="Google Shape;764;p30"/>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765" name="Google Shape;765;p30"/>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70" name="Shape 770"/>
        <p:cNvGrpSpPr/>
        <p:nvPr/>
      </p:nvGrpSpPr>
      <p:grpSpPr>
        <a:xfrm>
          <a:off x="0" y="0"/>
          <a:ext cx="0" cy="0"/>
          <a:chOff x="0" y="0"/>
          <a:chExt cx="0" cy="0"/>
        </a:xfrm>
      </p:grpSpPr>
      <p:sp>
        <p:nvSpPr>
          <p:cNvPr id="771" name="Google Shape;771;p31"/>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rgbClr val="FF6600"/>
              </a:buClr>
              <a:buSzPts val="2300"/>
              <a:buFont typeface="Arial"/>
              <a:buChar char="•"/>
            </a:pPr>
            <a:r>
              <a:rPr b="1" i="1" lang="en-US" sz="2300" u="none" cap="none" strike="noStrike">
                <a:solidFill>
                  <a:srgbClr val="262626"/>
                </a:solidFill>
                <a:latin typeface="Calibri"/>
                <a:ea typeface="Calibri"/>
                <a:cs typeface="Calibri"/>
                <a:sym typeface="Calibri"/>
              </a:rPr>
              <a:t>gc() method </a:t>
            </a:r>
            <a:r>
              <a:rPr b="0" i="0" lang="en-US" sz="2300" u="none" cap="none" strike="noStrike">
                <a:solidFill>
                  <a:srgbClr val="262626"/>
                </a:solidFill>
                <a:latin typeface="Calibri"/>
                <a:ea typeface="Calibri"/>
                <a:cs typeface="Calibri"/>
                <a:sym typeface="Calibri"/>
              </a:rPr>
              <a:t>: The gc() method is used to invoke the garbage collector to perform cleanup processing. The gc() is found in System and Runtime classes.</a:t>
            </a:r>
            <a:endParaRPr b="0" i="0" sz="1400" u="none" cap="none" strike="noStrike">
              <a:solidFill>
                <a:srgbClr val="000000"/>
              </a:solidFill>
              <a:latin typeface="Arial"/>
              <a:ea typeface="Arial"/>
              <a:cs typeface="Arial"/>
              <a:sym typeface="Arial"/>
            </a:endParaRPr>
          </a:p>
          <a:p>
            <a:pPr indent="-457200" lvl="0" marL="457200" marR="0" rtl="0" algn="ctr">
              <a:lnSpc>
                <a:spcPct val="120000"/>
              </a:lnSpc>
              <a:spcBef>
                <a:spcPts val="0"/>
              </a:spcBef>
              <a:spcAft>
                <a:spcPts val="0"/>
              </a:spcAft>
              <a:buClr>
                <a:schemeClr val="dk1"/>
              </a:buClr>
              <a:buSzPts val="2300"/>
              <a:buFont typeface="Calibri"/>
              <a:buNone/>
            </a:pPr>
            <a:r>
              <a:t/>
            </a:r>
            <a:endParaRPr b="0" i="0" sz="2300" u="none" cap="none" strike="noStrike">
              <a:solidFill>
                <a:srgbClr val="262626"/>
              </a:solidFill>
              <a:latin typeface="Courier New"/>
              <a:ea typeface="Courier New"/>
              <a:cs typeface="Courier New"/>
              <a:sym typeface="Courier New"/>
            </a:endParaRPr>
          </a:p>
          <a:p>
            <a:pPr indent="-457200" lvl="0" marL="457200" marR="0" rtl="0" algn="ctr">
              <a:lnSpc>
                <a:spcPct val="120000"/>
              </a:lnSpc>
              <a:spcBef>
                <a:spcPts val="0"/>
              </a:spcBef>
              <a:spcAft>
                <a:spcPts val="0"/>
              </a:spcAft>
              <a:buClr>
                <a:srgbClr val="262626"/>
              </a:buClr>
              <a:buSzPts val="2300"/>
              <a:buFont typeface="Courier New"/>
              <a:buNone/>
            </a:pPr>
            <a:r>
              <a:rPr b="0" i="0" lang="en-US" sz="2300" u="none" cap="none" strike="noStrike">
                <a:solidFill>
                  <a:srgbClr val="262626"/>
                </a:solidFill>
                <a:latin typeface="Courier New"/>
                <a:ea typeface="Courier New"/>
                <a:cs typeface="Courier New"/>
                <a:sym typeface="Courier New"/>
              </a:rPr>
              <a:t>public static void gc(){}</a:t>
            </a:r>
            <a:endParaRPr b="0" i="0" sz="1400" u="none" cap="none" strike="noStrike">
              <a:solidFill>
                <a:srgbClr val="000000"/>
              </a:solidFill>
              <a:latin typeface="Arial"/>
              <a:ea typeface="Arial"/>
              <a:cs typeface="Arial"/>
              <a:sym typeface="Arial"/>
            </a:endParaRPr>
          </a:p>
          <a:p>
            <a:pPr indent="-457200" lvl="0" marL="457200" marR="0" rtl="0" algn="ctr">
              <a:lnSpc>
                <a:spcPct val="120000"/>
              </a:lnSpc>
              <a:spcBef>
                <a:spcPts val="0"/>
              </a:spcBef>
              <a:spcAft>
                <a:spcPts val="0"/>
              </a:spcAft>
              <a:buClr>
                <a:schemeClr val="dk1"/>
              </a:buClr>
              <a:buSzPts val="2300"/>
              <a:buFont typeface="Calibri"/>
              <a:buNone/>
            </a:pPr>
            <a:r>
              <a:t/>
            </a:r>
            <a:endParaRPr b="0" i="0" sz="2300" u="none" cap="none" strike="noStrike">
              <a:solidFill>
                <a:srgbClr val="262626"/>
              </a:solidFill>
              <a:latin typeface="Courier New"/>
              <a:ea typeface="Courier New"/>
              <a:cs typeface="Courier New"/>
              <a:sym typeface="Courier New"/>
            </a:endParaRPr>
          </a:p>
          <a:p>
            <a:pPr indent="-457200" lvl="0" marL="457200" marR="0" rtl="0" algn="just">
              <a:lnSpc>
                <a:spcPct val="120000"/>
              </a:lnSpc>
              <a:spcBef>
                <a:spcPts val="0"/>
              </a:spcBef>
              <a:spcAft>
                <a:spcPts val="0"/>
              </a:spcAft>
              <a:buClr>
                <a:srgbClr val="262626"/>
              </a:buClr>
              <a:buSzPts val="2300"/>
              <a:buFont typeface="Calibri"/>
              <a:buNone/>
            </a:pPr>
            <a:r>
              <a:rPr b="1" i="1" lang="en-US" sz="2300" u="none" cap="none" strike="noStrike">
                <a:solidFill>
                  <a:srgbClr val="262626"/>
                </a:solidFill>
                <a:latin typeface="Calibri"/>
                <a:ea typeface="Calibri"/>
                <a:cs typeface="Calibri"/>
                <a:sym typeface="Calibri"/>
              </a:rPr>
              <a:t>Note: </a:t>
            </a:r>
            <a:r>
              <a:rPr b="0" i="0" lang="en-US" sz="2300" u="none" cap="none" strike="noStrike">
                <a:solidFill>
                  <a:srgbClr val="262626"/>
                </a:solidFill>
                <a:latin typeface="Calibri"/>
                <a:ea typeface="Calibri"/>
                <a:cs typeface="Calibri"/>
                <a:sym typeface="Calibri"/>
              </a:rPr>
              <a:t>Garbage collection is performed by a daemon thread called Garbage Collector(GC). This thread calls the finalize() method before object is garbage collected.</a:t>
            </a:r>
            <a:endParaRPr b="0" i="0" sz="1400" u="none" cap="none" strike="noStrike">
              <a:solidFill>
                <a:srgbClr val="000000"/>
              </a:solidFill>
              <a:latin typeface="Arial"/>
              <a:ea typeface="Arial"/>
              <a:cs typeface="Arial"/>
              <a:sym typeface="Arial"/>
            </a:endParaRPr>
          </a:p>
        </p:txBody>
      </p:sp>
      <p:sp>
        <p:nvSpPr>
          <p:cNvPr id="772" name="Google Shape;772;p31"/>
          <p:cNvSpPr txBox="1"/>
          <p:nvPr>
            <p:ph type="title"/>
          </p:nvPr>
        </p:nvSpPr>
        <p:spPr>
          <a:xfrm>
            <a:off x="990600" y="76200"/>
            <a:ext cx="7848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Garbage Collection : Methods</a:t>
            </a:r>
            <a:endParaRPr/>
          </a:p>
        </p:txBody>
      </p:sp>
      <p:cxnSp>
        <p:nvCxnSpPr>
          <p:cNvPr id="773" name="Google Shape;773;p3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774" name="Google Shape;774;p31"/>
          <p:cNvGrpSpPr/>
          <p:nvPr/>
        </p:nvGrpSpPr>
        <p:grpSpPr>
          <a:xfrm>
            <a:off x="-76200" y="6515100"/>
            <a:ext cx="9296400" cy="342900"/>
            <a:chOff x="-76200" y="6515100"/>
            <a:chExt cx="9296400" cy="342900"/>
          </a:xfrm>
        </p:grpSpPr>
        <p:cxnSp>
          <p:nvCxnSpPr>
            <p:cNvPr id="775" name="Google Shape;775;p3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776" name="Google Shape;776;p31"/>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777" name="Google Shape;777;p31"/>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82" name="Shape 782"/>
        <p:cNvGrpSpPr/>
        <p:nvPr/>
      </p:nvGrpSpPr>
      <p:grpSpPr>
        <a:xfrm>
          <a:off x="0" y="0"/>
          <a:ext cx="0" cy="0"/>
          <a:chOff x="0" y="0"/>
          <a:chExt cx="0" cy="0"/>
        </a:xfrm>
      </p:grpSpPr>
      <p:sp>
        <p:nvSpPr>
          <p:cNvPr id="783" name="Google Shape;783;p32"/>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Passing Parameters</a:t>
            </a:r>
            <a:endParaRPr/>
          </a:p>
        </p:txBody>
      </p:sp>
      <p:cxnSp>
        <p:nvCxnSpPr>
          <p:cNvPr id="784" name="Google Shape;784;p3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id="785" name="Google Shape;785;p32"/>
          <p:cNvPicPr preferRelativeResize="0"/>
          <p:nvPr/>
        </p:nvPicPr>
        <p:blipFill rotWithShape="1">
          <a:blip r:embed="rId4">
            <a:alphaModFix/>
          </a:blip>
          <a:srcRect b="0" l="0" r="0" t="0"/>
          <a:stretch/>
        </p:blipFill>
        <p:spPr>
          <a:xfrm>
            <a:off x="228600" y="1104900"/>
            <a:ext cx="4165600" cy="5219700"/>
          </a:xfrm>
          <a:prstGeom prst="rect">
            <a:avLst/>
          </a:prstGeom>
          <a:noFill/>
          <a:ln>
            <a:noFill/>
          </a:ln>
        </p:spPr>
      </p:pic>
      <p:pic>
        <p:nvPicPr>
          <p:cNvPr id="786" name="Google Shape;786;p32"/>
          <p:cNvPicPr preferRelativeResize="0"/>
          <p:nvPr/>
        </p:nvPicPr>
        <p:blipFill rotWithShape="1">
          <a:blip r:embed="rId5">
            <a:alphaModFix/>
          </a:blip>
          <a:srcRect b="0" l="0" r="0" t="0"/>
          <a:stretch/>
        </p:blipFill>
        <p:spPr>
          <a:xfrm>
            <a:off x="5054600" y="2933700"/>
            <a:ext cx="3708400" cy="1333500"/>
          </a:xfrm>
          <a:prstGeom prst="rect">
            <a:avLst/>
          </a:prstGeom>
          <a:noFill/>
          <a:ln>
            <a:noFill/>
          </a:ln>
        </p:spPr>
      </p:pic>
      <p:grpSp>
        <p:nvGrpSpPr>
          <p:cNvPr id="787" name="Google Shape;787;p32"/>
          <p:cNvGrpSpPr/>
          <p:nvPr/>
        </p:nvGrpSpPr>
        <p:grpSpPr>
          <a:xfrm>
            <a:off x="-76200" y="6515100"/>
            <a:ext cx="9296400" cy="342900"/>
            <a:chOff x="-76200" y="6515100"/>
            <a:chExt cx="9296400" cy="342900"/>
          </a:xfrm>
        </p:grpSpPr>
        <p:cxnSp>
          <p:nvCxnSpPr>
            <p:cNvPr id="788" name="Google Shape;788;p3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789" name="Google Shape;789;p32"/>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790" name="Google Shape;790;p32"/>
          <p:cNvPicPr preferRelativeResize="0"/>
          <p:nvPr/>
        </p:nvPicPr>
        <p:blipFill rotWithShape="1">
          <a:blip r:embed="rId6">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95" name="Shape 795"/>
        <p:cNvGrpSpPr/>
        <p:nvPr/>
      </p:nvGrpSpPr>
      <p:grpSpPr>
        <a:xfrm>
          <a:off x="0" y="0"/>
          <a:ext cx="0" cy="0"/>
          <a:chOff x="0" y="0"/>
          <a:chExt cx="0" cy="0"/>
        </a:xfrm>
      </p:grpSpPr>
      <p:sp>
        <p:nvSpPr>
          <p:cNvPr id="796" name="Google Shape;796;p33"/>
          <p:cNvSpPr txBox="1"/>
          <p:nvPr>
            <p:ph type="title"/>
          </p:nvPr>
        </p:nvSpPr>
        <p:spPr>
          <a:xfrm>
            <a:off x="838200" y="76200"/>
            <a:ext cx="80010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Passing Parameters</a:t>
            </a:r>
            <a:endParaRPr/>
          </a:p>
        </p:txBody>
      </p:sp>
      <p:cxnSp>
        <p:nvCxnSpPr>
          <p:cNvPr id="797" name="Google Shape;797;p3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descr="Screen Shot 2016-07-28 at 7.32.47 PM.png" id="798" name="Google Shape;798;p33"/>
          <p:cNvPicPr preferRelativeResize="0"/>
          <p:nvPr/>
        </p:nvPicPr>
        <p:blipFill rotWithShape="1">
          <a:blip r:embed="rId4">
            <a:alphaModFix/>
          </a:blip>
          <a:srcRect b="0" l="0" r="0" t="0"/>
          <a:stretch/>
        </p:blipFill>
        <p:spPr>
          <a:xfrm>
            <a:off x="1841500" y="957262"/>
            <a:ext cx="5168900" cy="5549900"/>
          </a:xfrm>
          <a:prstGeom prst="rect">
            <a:avLst/>
          </a:prstGeom>
          <a:noFill/>
          <a:ln>
            <a:noFill/>
          </a:ln>
        </p:spPr>
      </p:pic>
      <p:grpSp>
        <p:nvGrpSpPr>
          <p:cNvPr id="799" name="Google Shape;799;p33"/>
          <p:cNvGrpSpPr/>
          <p:nvPr/>
        </p:nvGrpSpPr>
        <p:grpSpPr>
          <a:xfrm>
            <a:off x="-76200" y="6515100"/>
            <a:ext cx="9296400" cy="342900"/>
            <a:chOff x="-76200" y="6515100"/>
            <a:chExt cx="9296400" cy="342900"/>
          </a:xfrm>
        </p:grpSpPr>
        <p:cxnSp>
          <p:nvCxnSpPr>
            <p:cNvPr id="800" name="Google Shape;800;p3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01" name="Google Shape;801;p33"/>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802" name="Google Shape;802;p33"/>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07" name="Shape 807"/>
        <p:cNvGrpSpPr/>
        <p:nvPr/>
      </p:nvGrpSpPr>
      <p:grpSpPr>
        <a:xfrm>
          <a:off x="0" y="0"/>
          <a:ext cx="0" cy="0"/>
          <a:chOff x="0" y="0"/>
          <a:chExt cx="0" cy="0"/>
        </a:xfrm>
      </p:grpSpPr>
      <p:sp>
        <p:nvSpPr>
          <p:cNvPr id="808" name="Google Shape;808;p34"/>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Access Control (or Modifier)</a:t>
            </a:r>
            <a:endParaRPr/>
          </a:p>
        </p:txBody>
      </p:sp>
      <p:cxnSp>
        <p:nvCxnSpPr>
          <p:cNvPr id="809" name="Google Shape;809;p3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10" name="Google Shape;810;p34"/>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There are two types of modifiers in java: access modifiers and non-access modifiers.</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 access modifiers in java specifies accessibility (scope) of a data member, method, constructor or class.</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There are 4 types of java access modifiers:</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ourier New"/>
                <a:ea typeface="Courier New"/>
                <a:cs typeface="Courier New"/>
                <a:sym typeface="Courier New"/>
              </a:rPr>
              <a:t>default</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ourier New"/>
                <a:ea typeface="Courier New"/>
                <a:cs typeface="Courier New"/>
                <a:sym typeface="Courier New"/>
              </a:rPr>
              <a:t>private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ourier New"/>
                <a:ea typeface="Courier New"/>
                <a:cs typeface="Courier New"/>
                <a:sym typeface="Courier New"/>
              </a:rPr>
              <a:t>protected</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ourier New"/>
                <a:ea typeface="Courier New"/>
                <a:cs typeface="Courier New"/>
                <a:sym typeface="Courier New"/>
              </a:rPr>
              <a:t>public</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There are many non-access modifiers such as static, abstract, synchronized, native, volatile, transient etc. </a:t>
            </a:r>
            <a:endParaRPr b="0" i="0" sz="1400" u="none" cap="none" strike="noStrike">
              <a:solidFill>
                <a:srgbClr val="000000"/>
              </a:solidFill>
              <a:latin typeface="Arial"/>
              <a:ea typeface="Arial"/>
              <a:cs typeface="Arial"/>
              <a:sym typeface="Arial"/>
            </a:endParaRPr>
          </a:p>
        </p:txBody>
      </p:sp>
      <p:grpSp>
        <p:nvGrpSpPr>
          <p:cNvPr id="811" name="Google Shape;811;p34"/>
          <p:cNvGrpSpPr/>
          <p:nvPr/>
        </p:nvGrpSpPr>
        <p:grpSpPr>
          <a:xfrm>
            <a:off x="-76200" y="6515100"/>
            <a:ext cx="9296400" cy="342900"/>
            <a:chOff x="-76200" y="6515100"/>
            <a:chExt cx="9296400" cy="342900"/>
          </a:xfrm>
        </p:grpSpPr>
        <p:cxnSp>
          <p:nvCxnSpPr>
            <p:cNvPr id="812" name="Google Shape;812;p3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13" name="Google Shape;813;p34"/>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814" name="Google Shape;814;p34"/>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19" name="Shape 819"/>
        <p:cNvGrpSpPr/>
        <p:nvPr/>
      </p:nvGrpSpPr>
      <p:grpSpPr>
        <a:xfrm>
          <a:off x="0" y="0"/>
          <a:ext cx="0" cy="0"/>
          <a:chOff x="0" y="0"/>
          <a:chExt cx="0" cy="0"/>
        </a:xfrm>
      </p:grpSpPr>
      <p:sp>
        <p:nvSpPr>
          <p:cNvPr id="820" name="Google Shape;820;p35"/>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Access Control (or Modifier)</a:t>
            </a:r>
            <a:endParaRPr/>
          </a:p>
        </p:txBody>
      </p:sp>
      <p:cxnSp>
        <p:nvCxnSpPr>
          <p:cNvPr id="821" name="Google Shape;821;p3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aphicFrame>
        <p:nvGraphicFramePr>
          <p:cNvPr id="822" name="Google Shape;822;p35"/>
          <p:cNvGraphicFramePr/>
          <p:nvPr/>
        </p:nvGraphicFramePr>
        <p:xfrm>
          <a:off x="228600" y="2514600"/>
          <a:ext cx="3000000" cy="3000000"/>
        </p:xfrm>
        <a:graphic>
          <a:graphicData uri="http://schemas.openxmlformats.org/drawingml/2006/table">
            <a:tbl>
              <a:tblPr>
                <a:noFill/>
                <a:tableStyleId>{BD5F9FE1-AF21-4F1C-BB60-62CC5A1B0184}</a:tableStyleId>
              </a:tblPr>
              <a:tblGrid>
                <a:gridCol w="1685925"/>
                <a:gridCol w="1350950"/>
                <a:gridCol w="1657350"/>
                <a:gridCol w="2239950"/>
                <a:gridCol w="1757350"/>
              </a:tblGrid>
              <a:tr h="639750">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Access Modifier</a:t>
                      </a:r>
                      <a:endParaRPr sz="1400" u="none" cap="none" strike="noStrike"/>
                    </a:p>
                  </a:txBody>
                  <a:tcPr marT="45725" marB="45725" marR="91425" marL="91425"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Within Class</a:t>
                      </a:r>
                      <a:endParaRPr sz="1400" u="none" cap="none" strike="noStrike"/>
                    </a:p>
                  </a:txBody>
                  <a:tcPr marT="45725" marB="45725" marR="91425" marL="91425"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Within Package</a:t>
                      </a:r>
                      <a:endParaRPr sz="1400" u="none" cap="none" strike="noStrike"/>
                    </a:p>
                  </a:txBody>
                  <a:tcPr marT="45725" marB="45725" marR="91425" marL="91425"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Outside Package by Subclass only</a:t>
                      </a:r>
                      <a:endParaRPr sz="1400" u="none" cap="none" strike="noStrike"/>
                    </a:p>
                  </a:txBody>
                  <a:tcPr marT="45725" marB="45725" marR="91425" marL="91425"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Outside Package</a:t>
                      </a:r>
                      <a:endParaRPr sz="1400" u="none" cap="none" strike="noStrike"/>
                    </a:p>
                  </a:txBody>
                  <a:tcPr marT="45725" marB="45725" marR="91425" marL="91425"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1475">
                <a:tc>
                  <a:txBody>
                    <a:bodyPr/>
                    <a:lstStyle/>
                    <a:p>
                      <a:pPr indent="0" lvl="0" marL="0" marR="0" rtl="0" algn="ctr">
                        <a:lnSpc>
                          <a:spcPct val="10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Default</a:t>
                      </a:r>
                      <a:endParaRPr sz="1400" u="none" cap="none" strike="noStrike"/>
                    </a:p>
                  </a:txBody>
                  <a:tcPr marT="45725" marB="45725" marR="91425" marL="91425">
                    <a:lnT cap="flat" cmpd="sng" w="12700">
                      <a:solidFill>
                        <a:schemeClr val="dk1"/>
                      </a:solidFill>
                      <a:prstDash val="solid"/>
                      <a:round/>
                      <a:headEnd len="sm" w="sm" type="none"/>
                      <a:tailEnd len="sm" w="sm" type="none"/>
                    </a:lnT>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lnT cap="flat" cmpd="sng" w="12700">
                      <a:solidFill>
                        <a:schemeClr val="dk1"/>
                      </a:solidFill>
                      <a:prstDash val="solid"/>
                      <a:round/>
                      <a:headEnd len="sm" w="sm" type="none"/>
                      <a:tailEnd len="sm" w="sm" type="none"/>
                    </a:lnT>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lnT cap="flat" cmpd="sng" w="12700">
                      <a:solidFill>
                        <a:schemeClr val="dk1"/>
                      </a:solidFill>
                      <a:prstDash val="solid"/>
                      <a:round/>
                      <a:headEnd len="sm" w="sm" type="none"/>
                      <a:tailEnd len="sm" w="sm" type="none"/>
                    </a:lnT>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N</a:t>
                      </a:r>
                      <a:endParaRPr sz="1400" u="none" cap="none" strike="noStrike"/>
                    </a:p>
                  </a:txBody>
                  <a:tcPr marT="45725" marB="45725" marR="91425" marL="91425">
                    <a:lnT cap="flat" cmpd="sng" w="12700">
                      <a:solidFill>
                        <a:schemeClr val="dk1"/>
                      </a:solidFill>
                      <a:prstDash val="solid"/>
                      <a:round/>
                      <a:headEnd len="sm" w="sm" type="none"/>
                      <a:tailEnd len="sm" w="sm" type="none"/>
                    </a:lnT>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N</a:t>
                      </a:r>
                      <a:endParaRPr sz="1400" u="none" cap="none" strike="noStrike"/>
                    </a:p>
                  </a:txBody>
                  <a:tcPr marT="45725" marB="45725" marR="91425" marL="91425">
                    <a:lnT cap="flat" cmpd="sng" w="12700">
                      <a:solidFill>
                        <a:schemeClr val="dk1"/>
                      </a:solidFill>
                      <a:prstDash val="solid"/>
                      <a:round/>
                      <a:headEnd len="sm" w="sm" type="none"/>
                      <a:tailEnd len="sm" w="sm" type="none"/>
                    </a:lnT>
                    <a:solidFill>
                      <a:schemeClr val="dk1">
                        <a:alpha val="19607"/>
                      </a:schemeClr>
                    </a:solidFill>
                  </a:tcPr>
                </a:tc>
              </a:tr>
              <a:tr h="371475">
                <a:tc>
                  <a:txBody>
                    <a:bodyPr/>
                    <a:lstStyle/>
                    <a:p>
                      <a:pPr indent="0" lvl="0" marL="0" marR="0" rtl="0" algn="ctr">
                        <a:lnSpc>
                          <a:spcPct val="10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Private</a:t>
                      </a:r>
                      <a:endParaRPr sz="1400" u="none" cap="none" strike="noStrike"/>
                    </a:p>
                  </a:txBody>
                  <a:tcPr marT="45725" marB="45725" marR="91425" marL="91425"/>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N</a:t>
                      </a:r>
                      <a:endParaRPr sz="1400" u="none" cap="none" strike="noStrike"/>
                    </a:p>
                  </a:txBody>
                  <a:tcPr marT="45725" marB="45725" marR="91425" marL="91425"/>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N</a:t>
                      </a:r>
                      <a:endParaRPr sz="1400" u="none" cap="none" strike="noStrike"/>
                    </a:p>
                  </a:txBody>
                  <a:tcPr marT="45725" marB="45725" marR="91425" marL="91425"/>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N</a:t>
                      </a:r>
                      <a:endParaRPr sz="1400" u="none" cap="none" strike="noStrike"/>
                    </a:p>
                  </a:txBody>
                  <a:tcPr marT="45725" marB="45725" marR="91425" marL="91425"/>
                </a:tc>
              </a:tr>
              <a:tr h="369875">
                <a:tc>
                  <a:txBody>
                    <a:bodyPr/>
                    <a:lstStyle/>
                    <a:p>
                      <a:pPr indent="0" lvl="0" marL="0" marR="0" rtl="0" algn="ctr">
                        <a:lnSpc>
                          <a:spcPct val="10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Protected</a:t>
                      </a:r>
                      <a:endParaRPr sz="1400" u="none" cap="none" strike="noStrike"/>
                    </a:p>
                  </a:txBody>
                  <a:tcPr marT="45725" marB="45725" marR="91425" marL="91425">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N</a:t>
                      </a:r>
                      <a:endParaRPr sz="1400" u="none" cap="none" strike="noStrike"/>
                    </a:p>
                  </a:txBody>
                  <a:tcPr marT="45725" marB="45725" marR="91425" marL="91425">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solidFill>
                      <a:schemeClr val="dk1">
                        <a:alpha val="19607"/>
                      </a:schemeClr>
                    </a:solidFill>
                  </a:tcPr>
                </a:tc>
              </a:tr>
              <a:tr h="371475">
                <a:tc>
                  <a:txBody>
                    <a:bodyPr/>
                    <a:lstStyle/>
                    <a:p>
                      <a:pPr indent="0" lvl="0" marL="0" marR="0" rtl="0" algn="ctr">
                        <a:lnSpc>
                          <a:spcPct val="10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Public</a:t>
                      </a:r>
                      <a:endParaRPr sz="1400" u="none" cap="none" strike="noStrike"/>
                    </a:p>
                  </a:txBody>
                  <a:tcPr marT="45725" marB="45725" marR="91425" marL="91425">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Y</a:t>
                      </a:r>
                      <a:endParaRPr sz="1400" u="none" cap="none" strike="noStrike"/>
                    </a:p>
                  </a:txBody>
                  <a:tcPr marT="45725" marB="45725" marR="91425" marL="91425">
                    <a:lnB cap="flat" cmpd="sng" w="12700">
                      <a:solidFill>
                        <a:schemeClr val="dk1"/>
                      </a:solidFill>
                      <a:prstDash val="solid"/>
                      <a:round/>
                      <a:headEnd len="sm" w="sm" type="none"/>
                      <a:tailEnd len="sm" w="sm" type="none"/>
                    </a:lnB>
                  </a:tcPr>
                </a:tc>
              </a:tr>
            </a:tbl>
          </a:graphicData>
        </a:graphic>
      </p:graphicFrame>
      <p:grpSp>
        <p:nvGrpSpPr>
          <p:cNvPr id="823" name="Google Shape;823;p35"/>
          <p:cNvGrpSpPr/>
          <p:nvPr/>
        </p:nvGrpSpPr>
        <p:grpSpPr>
          <a:xfrm>
            <a:off x="-76200" y="6515100"/>
            <a:ext cx="9296400" cy="342900"/>
            <a:chOff x="-76200" y="6515100"/>
            <a:chExt cx="9296400" cy="342900"/>
          </a:xfrm>
        </p:grpSpPr>
        <p:cxnSp>
          <p:nvCxnSpPr>
            <p:cNvPr id="824" name="Google Shape;824;p3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25" name="Google Shape;825;p35"/>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826" name="Google Shape;826;p35"/>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31" name="Shape 831"/>
        <p:cNvGrpSpPr/>
        <p:nvPr/>
      </p:nvGrpSpPr>
      <p:grpSpPr>
        <a:xfrm>
          <a:off x="0" y="0"/>
          <a:ext cx="0" cy="0"/>
          <a:chOff x="0" y="0"/>
          <a:chExt cx="0" cy="0"/>
        </a:xfrm>
      </p:grpSpPr>
      <p:sp>
        <p:nvSpPr>
          <p:cNvPr id="832" name="Google Shape;832;p36"/>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 static keyword in java is used for memory management mainly.</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We can apply java static keyword with variables, methods, blocks and nested class. </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 static keyword belongs to the class than instance of the class.</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 static can be: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variable (also known as class variable)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method (also known as class method)</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block</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nested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262626"/>
              </a:solidFill>
              <a:latin typeface="Calibri"/>
              <a:ea typeface="Calibri"/>
              <a:cs typeface="Calibri"/>
              <a:sym typeface="Calibri"/>
            </a:endParaRPr>
          </a:p>
        </p:txBody>
      </p:sp>
      <p:sp>
        <p:nvSpPr>
          <p:cNvPr id="833" name="Google Shape;833;p36"/>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‘static’ keyword</a:t>
            </a:r>
            <a:endParaRPr/>
          </a:p>
        </p:txBody>
      </p:sp>
      <p:cxnSp>
        <p:nvCxnSpPr>
          <p:cNvPr id="834" name="Google Shape;834;p3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835" name="Google Shape;835;p36"/>
          <p:cNvGrpSpPr/>
          <p:nvPr/>
        </p:nvGrpSpPr>
        <p:grpSpPr>
          <a:xfrm>
            <a:off x="-76200" y="6515100"/>
            <a:ext cx="9296400" cy="342900"/>
            <a:chOff x="-76200" y="6515100"/>
            <a:chExt cx="9296400" cy="342900"/>
          </a:xfrm>
        </p:grpSpPr>
        <p:cxnSp>
          <p:nvCxnSpPr>
            <p:cNvPr id="836" name="Google Shape;836;p3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37" name="Google Shape;837;p36"/>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838" name="Google Shape;838;p36"/>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43" name="Shape 843"/>
        <p:cNvGrpSpPr/>
        <p:nvPr/>
      </p:nvGrpSpPr>
      <p:grpSpPr>
        <a:xfrm>
          <a:off x="0" y="0"/>
          <a:ext cx="0" cy="0"/>
          <a:chOff x="0" y="0"/>
          <a:chExt cx="0" cy="0"/>
        </a:xfrm>
      </p:grpSpPr>
      <p:sp>
        <p:nvSpPr>
          <p:cNvPr id="844" name="Google Shape;844;p37"/>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Static variable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If you declare any variable as static, it is known static variable.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The static variable can be used to refer the common property of all objects e.g. company name of employees, college name of students etc.</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The static variable gets memory only once in class area at the time of class loading.</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It makes your program memory efficient (i.e it saves memory).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262626"/>
              </a:solidFill>
              <a:latin typeface="Calibri"/>
              <a:ea typeface="Calibri"/>
              <a:cs typeface="Calibri"/>
              <a:sym typeface="Calibri"/>
            </a:endParaRPr>
          </a:p>
        </p:txBody>
      </p:sp>
      <p:sp>
        <p:nvSpPr>
          <p:cNvPr id="845" name="Google Shape;845;p37"/>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‘static’ keyword</a:t>
            </a:r>
            <a:endParaRPr/>
          </a:p>
        </p:txBody>
      </p:sp>
      <p:cxnSp>
        <p:nvCxnSpPr>
          <p:cNvPr id="846" name="Google Shape;846;p3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847" name="Google Shape;847;p37"/>
          <p:cNvGrpSpPr/>
          <p:nvPr/>
        </p:nvGrpSpPr>
        <p:grpSpPr>
          <a:xfrm>
            <a:off x="-76200" y="6515100"/>
            <a:ext cx="9296400" cy="342900"/>
            <a:chOff x="-76200" y="6515100"/>
            <a:chExt cx="9296400" cy="342900"/>
          </a:xfrm>
        </p:grpSpPr>
        <p:cxnSp>
          <p:nvCxnSpPr>
            <p:cNvPr id="848" name="Google Shape;848;p3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49" name="Google Shape;849;p37"/>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850" name="Google Shape;850;p37"/>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55" name="Shape 855"/>
        <p:cNvGrpSpPr/>
        <p:nvPr/>
      </p:nvGrpSpPr>
      <p:grpSpPr>
        <a:xfrm>
          <a:off x="0" y="0"/>
          <a:ext cx="0" cy="0"/>
          <a:chOff x="0" y="0"/>
          <a:chExt cx="0" cy="0"/>
        </a:xfrm>
      </p:grpSpPr>
      <p:sp>
        <p:nvSpPr>
          <p:cNvPr id="856" name="Google Shape;856;p38"/>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‘static’ variable</a:t>
            </a:r>
            <a:endParaRPr/>
          </a:p>
        </p:txBody>
      </p:sp>
      <p:cxnSp>
        <p:nvCxnSpPr>
          <p:cNvPr id="857" name="Google Shape;857;p3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pic>
        <p:nvPicPr>
          <p:cNvPr descr="Screen Shot 2016-07-28 at 6.42.03 PM.png" id="858" name="Google Shape;858;p38"/>
          <p:cNvPicPr preferRelativeResize="0"/>
          <p:nvPr/>
        </p:nvPicPr>
        <p:blipFill rotWithShape="1">
          <a:blip r:embed="rId4">
            <a:alphaModFix/>
          </a:blip>
          <a:srcRect b="0" l="0" r="0" t="0"/>
          <a:stretch/>
        </p:blipFill>
        <p:spPr>
          <a:xfrm>
            <a:off x="990600" y="1143000"/>
            <a:ext cx="6913562" cy="5156200"/>
          </a:xfrm>
          <a:prstGeom prst="rect">
            <a:avLst/>
          </a:prstGeom>
          <a:noFill/>
          <a:ln>
            <a:noFill/>
          </a:ln>
        </p:spPr>
      </p:pic>
      <p:grpSp>
        <p:nvGrpSpPr>
          <p:cNvPr id="859" name="Google Shape;859;p38"/>
          <p:cNvGrpSpPr/>
          <p:nvPr/>
        </p:nvGrpSpPr>
        <p:grpSpPr>
          <a:xfrm>
            <a:off x="-76200" y="6515100"/>
            <a:ext cx="9296400" cy="342900"/>
            <a:chOff x="-76200" y="6515100"/>
            <a:chExt cx="9296400" cy="342900"/>
          </a:xfrm>
        </p:grpSpPr>
        <p:cxnSp>
          <p:nvCxnSpPr>
            <p:cNvPr id="860" name="Google Shape;860;p3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61" name="Google Shape;861;p38"/>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862" name="Google Shape;862;p38"/>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67" name="Shape 867"/>
        <p:cNvGrpSpPr/>
        <p:nvPr/>
      </p:nvGrpSpPr>
      <p:grpSpPr>
        <a:xfrm>
          <a:off x="0" y="0"/>
          <a:ext cx="0" cy="0"/>
          <a:chOff x="0" y="0"/>
          <a:chExt cx="0" cy="0"/>
        </a:xfrm>
      </p:grpSpPr>
      <p:sp>
        <p:nvSpPr>
          <p:cNvPr id="868" name="Google Shape;868;p39"/>
          <p:cNvSpPr txBox="1"/>
          <p:nvPr>
            <p:ph type="title"/>
          </p:nvPr>
        </p:nvSpPr>
        <p:spPr>
          <a:xfrm>
            <a:off x="911225" y="76200"/>
            <a:ext cx="7927975"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‘static’ method</a:t>
            </a:r>
            <a:endParaRPr/>
          </a:p>
        </p:txBody>
      </p:sp>
      <p:cxnSp>
        <p:nvCxnSpPr>
          <p:cNvPr id="869" name="Google Shape;869;p3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70" name="Google Shape;870;p39"/>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If you apply static keyword with any method, it is known as static method.</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A static method belongs to the class rather than object of a class.</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A static method can be invoked without the need for creating an instance of a class.</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static method can access static data member and can change the value of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262626"/>
              </a:solidFill>
              <a:latin typeface="Calibri"/>
              <a:ea typeface="Calibri"/>
              <a:cs typeface="Calibri"/>
              <a:sym typeface="Calibri"/>
            </a:endParaRPr>
          </a:p>
        </p:txBody>
      </p:sp>
      <p:grpSp>
        <p:nvGrpSpPr>
          <p:cNvPr id="871" name="Google Shape;871;p39"/>
          <p:cNvGrpSpPr/>
          <p:nvPr/>
        </p:nvGrpSpPr>
        <p:grpSpPr>
          <a:xfrm>
            <a:off x="-76200" y="6515100"/>
            <a:ext cx="9296400" cy="342900"/>
            <a:chOff x="-76200" y="6515100"/>
            <a:chExt cx="9296400" cy="342900"/>
          </a:xfrm>
        </p:grpSpPr>
        <p:cxnSp>
          <p:nvCxnSpPr>
            <p:cNvPr id="872" name="Google Shape;872;p3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73" name="Google Shape;873;p39"/>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874" name="Google Shape;874;p39"/>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79" name="Shape 879"/>
        <p:cNvGrpSpPr/>
        <p:nvPr/>
      </p:nvGrpSpPr>
      <p:grpSpPr>
        <a:xfrm>
          <a:off x="0" y="0"/>
          <a:ext cx="0" cy="0"/>
          <a:chOff x="0" y="0"/>
          <a:chExt cx="0" cy="0"/>
        </a:xfrm>
      </p:grpSpPr>
      <p:sp>
        <p:nvSpPr>
          <p:cNvPr id="880" name="Google Shape;880;p40"/>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‘static’ method</a:t>
            </a:r>
            <a:endParaRPr/>
          </a:p>
        </p:txBody>
      </p:sp>
      <p:cxnSp>
        <p:nvCxnSpPr>
          <p:cNvPr id="881" name="Google Shape;881;p4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82" name="Google Shape;882;p40"/>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Example</a:t>
            </a:r>
            <a:endParaRPr b="0" i="0" sz="1400" u="none" cap="none" strike="noStrike">
              <a:solidFill>
                <a:srgbClr val="000000"/>
              </a:solidFill>
              <a:latin typeface="Arial"/>
              <a:ea typeface="Arial"/>
              <a:cs typeface="Arial"/>
              <a:sym typeface="Arial"/>
            </a:endParaRPr>
          </a:p>
        </p:txBody>
      </p:sp>
      <p:pic>
        <p:nvPicPr>
          <p:cNvPr descr="Screen Shot 2016-07-28 at 6.50.05 PM.png" id="883" name="Google Shape;883;p40"/>
          <p:cNvPicPr preferRelativeResize="0"/>
          <p:nvPr/>
        </p:nvPicPr>
        <p:blipFill rotWithShape="1">
          <a:blip r:embed="rId4">
            <a:alphaModFix/>
          </a:blip>
          <a:srcRect b="0" l="0" r="0" t="0"/>
          <a:stretch/>
        </p:blipFill>
        <p:spPr>
          <a:xfrm>
            <a:off x="2022475" y="952500"/>
            <a:ext cx="5784850" cy="5559425"/>
          </a:xfrm>
          <a:prstGeom prst="rect">
            <a:avLst/>
          </a:prstGeom>
          <a:noFill/>
          <a:ln>
            <a:noFill/>
          </a:ln>
        </p:spPr>
      </p:pic>
      <p:grpSp>
        <p:nvGrpSpPr>
          <p:cNvPr id="884" name="Google Shape;884;p40"/>
          <p:cNvGrpSpPr/>
          <p:nvPr/>
        </p:nvGrpSpPr>
        <p:grpSpPr>
          <a:xfrm>
            <a:off x="-76200" y="6515100"/>
            <a:ext cx="9296400" cy="342900"/>
            <a:chOff x="-76200" y="6515100"/>
            <a:chExt cx="9296400" cy="342900"/>
          </a:xfrm>
        </p:grpSpPr>
        <p:cxnSp>
          <p:nvCxnSpPr>
            <p:cNvPr id="885" name="Google Shape;885;p4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86" name="Google Shape;886;p40"/>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887" name="Google Shape;887;p40"/>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92" name="Shape 892"/>
        <p:cNvGrpSpPr/>
        <p:nvPr/>
      </p:nvGrpSpPr>
      <p:grpSpPr>
        <a:xfrm>
          <a:off x="0" y="0"/>
          <a:ext cx="0" cy="0"/>
          <a:chOff x="0" y="0"/>
          <a:chExt cx="0" cy="0"/>
        </a:xfrm>
      </p:grpSpPr>
      <p:sp>
        <p:nvSpPr>
          <p:cNvPr id="893" name="Google Shape;893;p41"/>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‘static’ block</a:t>
            </a:r>
            <a:endParaRPr/>
          </a:p>
        </p:txBody>
      </p:sp>
      <p:cxnSp>
        <p:nvCxnSpPr>
          <p:cNvPr id="894" name="Google Shape;894;p4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95" name="Google Shape;895;p41"/>
          <p:cNvSpPr txBox="1"/>
          <p:nvPr/>
        </p:nvSpPr>
        <p:spPr>
          <a:xfrm>
            <a:off x="0" y="914400"/>
            <a:ext cx="35814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Is used to initialize the static data member.</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It is executed before main method at the time of classloading.</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Example</a:t>
            </a:r>
            <a:endParaRPr b="0" i="0" sz="1400" u="none" cap="none" strike="noStrike">
              <a:solidFill>
                <a:srgbClr val="000000"/>
              </a:solidFill>
              <a:latin typeface="Arial"/>
              <a:ea typeface="Arial"/>
              <a:cs typeface="Arial"/>
              <a:sym typeface="Arial"/>
            </a:endParaRPr>
          </a:p>
        </p:txBody>
      </p:sp>
      <p:pic>
        <p:nvPicPr>
          <p:cNvPr descr="Screen Shot 2016-07-28 at 7.05.17 PM.png" id="896" name="Google Shape;896;p41"/>
          <p:cNvPicPr preferRelativeResize="0"/>
          <p:nvPr/>
        </p:nvPicPr>
        <p:blipFill rotWithShape="1">
          <a:blip r:embed="rId4">
            <a:alphaModFix/>
          </a:blip>
          <a:srcRect b="0" l="0" r="0" t="0"/>
          <a:stretch/>
        </p:blipFill>
        <p:spPr>
          <a:xfrm>
            <a:off x="3581400" y="1066800"/>
            <a:ext cx="5322887" cy="5287962"/>
          </a:xfrm>
          <a:prstGeom prst="rect">
            <a:avLst/>
          </a:prstGeom>
          <a:noFill/>
          <a:ln>
            <a:noFill/>
          </a:ln>
        </p:spPr>
      </p:pic>
      <p:grpSp>
        <p:nvGrpSpPr>
          <p:cNvPr id="897" name="Google Shape;897;p41"/>
          <p:cNvGrpSpPr/>
          <p:nvPr/>
        </p:nvGrpSpPr>
        <p:grpSpPr>
          <a:xfrm>
            <a:off x="-76200" y="6515100"/>
            <a:ext cx="9296400" cy="342900"/>
            <a:chOff x="-76200" y="6515100"/>
            <a:chExt cx="9296400" cy="342900"/>
          </a:xfrm>
        </p:grpSpPr>
        <p:cxnSp>
          <p:nvCxnSpPr>
            <p:cNvPr id="898" name="Google Shape;898;p4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899" name="Google Shape;899;p41"/>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900" name="Google Shape;900;p41"/>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05" name="Shape 905"/>
        <p:cNvGrpSpPr/>
        <p:nvPr/>
      </p:nvGrpSpPr>
      <p:grpSpPr>
        <a:xfrm>
          <a:off x="0" y="0"/>
          <a:ext cx="0" cy="0"/>
          <a:chOff x="0" y="0"/>
          <a:chExt cx="0" cy="0"/>
        </a:xfrm>
      </p:grpSpPr>
      <p:sp>
        <p:nvSpPr>
          <p:cNvPr id="906" name="Google Shape;906;p42"/>
          <p:cNvSpPr txBox="1"/>
          <p:nvPr>
            <p:ph type="title"/>
          </p:nvPr>
        </p:nvSpPr>
        <p:spPr>
          <a:xfrm>
            <a:off x="838200" y="76200"/>
            <a:ext cx="8001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‘final’ keyword</a:t>
            </a:r>
            <a:endParaRPr/>
          </a:p>
        </p:txBody>
      </p:sp>
      <p:cxnSp>
        <p:nvCxnSpPr>
          <p:cNvPr id="907" name="Google Shape;907;p4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08" name="Google Shape;908;p42"/>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 final keyword in java is used to restrict the user. The java final keyword can be used in many context. Final can be: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variable</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method</a:t>
            </a:r>
            <a:endParaRPr b="0" i="0" sz="1400" u="none" cap="none" strike="noStrike">
              <a:solidFill>
                <a:srgbClr val="000000"/>
              </a:solidFill>
              <a:latin typeface="Arial"/>
              <a:ea typeface="Arial"/>
              <a:cs typeface="Arial"/>
              <a:sym typeface="Arial"/>
            </a:endParaRPr>
          </a:p>
          <a:p>
            <a:pPr indent="-285750" lvl="1" marL="742950" marR="0" rtl="0" algn="just">
              <a:lnSpc>
                <a:spcPct val="14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262626"/>
              </a:solidFill>
              <a:latin typeface="Calibri"/>
              <a:ea typeface="Calibri"/>
              <a:cs typeface="Calibri"/>
              <a:sym typeface="Calibri"/>
            </a:endParaRPr>
          </a:p>
        </p:txBody>
      </p:sp>
      <p:grpSp>
        <p:nvGrpSpPr>
          <p:cNvPr id="909" name="Google Shape;909;p42"/>
          <p:cNvGrpSpPr/>
          <p:nvPr/>
        </p:nvGrpSpPr>
        <p:grpSpPr>
          <a:xfrm>
            <a:off x="-76200" y="6515100"/>
            <a:ext cx="9296400" cy="342900"/>
            <a:chOff x="-76200" y="6515100"/>
            <a:chExt cx="9296400" cy="342900"/>
          </a:xfrm>
        </p:grpSpPr>
        <p:cxnSp>
          <p:nvCxnSpPr>
            <p:cNvPr id="910" name="Google Shape;910;p4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11" name="Google Shape;911;p42"/>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912" name="Google Shape;912;p42"/>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17" name="Shape 917"/>
        <p:cNvGrpSpPr/>
        <p:nvPr/>
      </p:nvGrpSpPr>
      <p:grpSpPr>
        <a:xfrm>
          <a:off x="0" y="0"/>
          <a:ext cx="0" cy="0"/>
          <a:chOff x="0" y="0"/>
          <a:chExt cx="0" cy="0"/>
        </a:xfrm>
      </p:grpSpPr>
      <p:sp>
        <p:nvSpPr>
          <p:cNvPr id="918" name="Google Shape;918;p43"/>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‘final’ variable</a:t>
            </a:r>
            <a:endParaRPr/>
          </a:p>
        </p:txBody>
      </p:sp>
      <p:cxnSp>
        <p:nvCxnSpPr>
          <p:cNvPr id="919" name="Google Shape;919;p4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20" name="Google Shape;920;p43"/>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If you make any variable as final, you cannot change the value of final variable (It will be constant).</a:t>
            </a:r>
            <a:endParaRPr b="0" i="0" sz="1400" u="none" cap="none" strike="noStrike">
              <a:solidFill>
                <a:srgbClr val="000000"/>
              </a:solidFill>
              <a:latin typeface="Arial"/>
              <a:ea typeface="Arial"/>
              <a:cs typeface="Arial"/>
              <a:sym typeface="Arial"/>
            </a:endParaRPr>
          </a:p>
        </p:txBody>
      </p:sp>
      <p:pic>
        <p:nvPicPr>
          <p:cNvPr descr="Screen Shot 2016-07-28 at 7.56.41 PM.png" id="921" name="Google Shape;921;p43"/>
          <p:cNvPicPr preferRelativeResize="0"/>
          <p:nvPr/>
        </p:nvPicPr>
        <p:blipFill rotWithShape="1">
          <a:blip r:embed="rId4">
            <a:alphaModFix/>
          </a:blip>
          <a:srcRect b="0" l="0" r="0" t="0"/>
          <a:stretch/>
        </p:blipFill>
        <p:spPr>
          <a:xfrm>
            <a:off x="1628775" y="2446337"/>
            <a:ext cx="6677025" cy="2625725"/>
          </a:xfrm>
          <a:prstGeom prst="rect">
            <a:avLst/>
          </a:prstGeom>
          <a:noFill/>
          <a:ln>
            <a:noFill/>
          </a:ln>
        </p:spPr>
      </p:pic>
      <p:grpSp>
        <p:nvGrpSpPr>
          <p:cNvPr id="922" name="Google Shape;922;p43"/>
          <p:cNvGrpSpPr/>
          <p:nvPr/>
        </p:nvGrpSpPr>
        <p:grpSpPr>
          <a:xfrm>
            <a:off x="-76200" y="6515100"/>
            <a:ext cx="9296400" cy="342900"/>
            <a:chOff x="-76200" y="6515100"/>
            <a:chExt cx="9296400" cy="342900"/>
          </a:xfrm>
        </p:grpSpPr>
        <p:cxnSp>
          <p:nvCxnSpPr>
            <p:cNvPr id="923" name="Google Shape;923;p4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24" name="Google Shape;924;p43"/>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925" name="Google Shape;925;p43"/>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30" name="Shape 930"/>
        <p:cNvGrpSpPr/>
        <p:nvPr/>
      </p:nvGrpSpPr>
      <p:grpSpPr>
        <a:xfrm>
          <a:off x="0" y="0"/>
          <a:ext cx="0" cy="0"/>
          <a:chOff x="0" y="0"/>
          <a:chExt cx="0" cy="0"/>
        </a:xfrm>
      </p:grpSpPr>
      <p:sp>
        <p:nvSpPr>
          <p:cNvPr id="931" name="Google Shape;931;p44"/>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‘final’ method</a:t>
            </a:r>
            <a:endParaRPr/>
          </a:p>
        </p:txBody>
      </p:sp>
      <p:cxnSp>
        <p:nvCxnSpPr>
          <p:cNvPr id="932" name="Google Shape;932;p4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33" name="Google Shape;933;p44"/>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If you make any method as final, you cannot override it.</a:t>
            </a:r>
            <a:endParaRPr b="0" i="0" sz="1400" u="none" cap="none" strike="noStrike">
              <a:solidFill>
                <a:srgbClr val="000000"/>
              </a:solidFill>
              <a:latin typeface="Arial"/>
              <a:ea typeface="Arial"/>
              <a:cs typeface="Arial"/>
              <a:sym typeface="Arial"/>
            </a:endParaRPr>
          </a:p>
        </p:txBody>
      </p:sp>
      <p:pic>
        <p:nvPicPr>
          <p:cNvPr descr="Screen Shot 2016-07-28 at 8.00.17 PM.png" id="934" name="Google Shape;934;p44"/>
          <p:cNvPicPr preferRelativeResize="0"/>
          <p:nvPr/>
        </p:nvPicPr>
        <p:blipFill rotWithShape="1">
          <a:blip r:embed="rId4">
            <a:alphaModFix/>
          </a:blip>
          <a:srcRect b="0" l="0" r="0" t="0"/>
          <a:stretch/>
        </p:blipFill>
        <p:spPr>
          <a:xfrm>
            <a:off x="1522412" y="1820862"/>
            <a:ext cx="6021387" cy="3436937"/>
          </a:xfrm>
          <a:prstGeom prst="rect">
            <a:avLst/>
          </a:prstGeom>
          <a:noFill/>
          <a:ln>
            <a:noFill/>
          </a:ln>
        </p:spPr>
      </p:pic>
      <p:grpSp>
        <p:nvGrpSpPr>
          <p:cNvPr id="935" name="Google Shape;935;p44"/>
          <p:cNvGrpSpPr/>
          <p:nvPr/>
        </p:nvGrpSpPr>
        <p:grpSpPr>
          <a:xfrm>
            <a:off x="-76200" y="6515100"/>
            <a:ext cx="9296400" cy="342900"/>
            <a:chOff x="-76200" y="6515100"/>
            <a:chExt cx="9296400" cy="342900"/>
          </a:xfrm>
        </p:grpSpPr>
        <p:cxnSp>
          <p:nvCxnSpPr>
            <p:cNvPr id="936" name="Google Shape;936;p4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37" name="Google Shape;937;p44"/>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938" name="Google Shape;938;p44"/>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43" name="Shape 943"/>
        <p:cNvGrpSpPr/>
        <p:nvPr/>
      </p:nvGrpSpPr>
      <p:grpSpPr>
        <a:xfrm>
          <a:off x="0" y="0"/>
          <a:ext cx="0" cy="0"/>
          <a:chOff x="0" y="0"/>
          <a:chExt cx="0" cy="0"/>
        </a:xfrm>
      </p:grpSpPr>
      <p:sp>
        <p:nvSpPr>
          <p:cNvPr id="944" name="Google Shape;944;p45"/>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‘final’ class</a:t>
            </a:r>
            <a:endParaRPr/>
          </a:p>
        </p:txBody>
      </p:sp>
      <p:cxnSp>
        <p:nvCxnSpPr>
          <p:cNvPr id="945" name="Google Shape;945;p4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46" name="Google Shape;946;p45"/>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If you make any class as final, you cannot extend it.</a:t>
            </a:r>
            <a:endParaRPr b="0" i="0" sz="1400" u="none" cap="none" strike="noStrike">
              <a:solidFill>
                <a:srgbClr val="000000"/>
              </a:solidFill>
              <a:latin typeface="Arial"/>
              <a:ea typeface="Arial"/>
              <a:cs typeface="Arial"/>
              <a:sym typeface="Arial"/>
            </a:endParaRPr>
          </a:p>
        </p:txBody>
      </p:sp>
      <p:pic>
        <p:nvPicPr>
          <p:cNvPr descr="Screen Shot 2016-07-28 at 8.03.54 PM.png" id="947" name="Google Shape;947;p45"/>
          <p:cNvPicPr preferRelativeResize="0"/>
          <p:nvPr/>
        </p:nvPicPr>
        <p:blipFill rotWithShape="1">
          <a:blip r:embed="rId4">
            <a:alphaModFix/>
          </a:blip>
          <a:srcRect b="58244" l="4914" r="58175" t="16174"/>
          <a:stretch/>
        </p:blipFill>
        <p:spPr>
          <a:xfrm>
            <a:off x="960437" y="1962150"/>
            <a:ext cx="7234237" cy="3133725"/>
          </a:xfrm>
          <a:prstGeom prst="rect">
            <a:avLst/>
          </a:prstGeom>
          <a:noFill/>
          <a:ln>
            <a:noFill/>
          </a:ln>
        </p:spPr>
      </p:pic>
      <p:grpSp>
        <p:nvGrpSpPr>
          <p:cNvPr id="948" name="Google Shape;948;p45"/>
          <p:cNvGrpSpPr/>
          <p:nvPr/>
        </p:nvGrpSpPr>
        <p:grpSpPr>
          <a:xfrm>
            <a:off x="-76200" y="6515100"/>
            <a:ext cx="9296400" cy="342900"/>
            <a:chOff x="-76200" y="6515100"/>
            <a:chExt cx="9296400" cy="342900"/>
          </a:xfrm>
        </p:grpSpPr>
        <p:cxnSp>
          <p:nvCxnSpPr>
            <p:cNvPr id="949" name="Google Shape;949;p45"/>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50" name="Google Shape;950;p45"/>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951" name="Google Shape;951;p45"/>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56" name="Shape 956"/>
        <p:cNvGrpSpPr/>
        <p:nvPr/>
      </p:nvGrpSpPr>
      <p:grpSpPr>
        <a:xfrm>
          <a:off x="0" y="0"/>
          <a:ext cx="0" cy="0"/>
          <a:chOff x="0" y="0"/>
          <a:chExt cx="0" cy="0"/>
        </a:xfrm>
      </p:grpSpPr>
      <p:sp>
        <p:nvSpPr>
          <p:cNvPr id="957" name="Google Shape;957;p46"/>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Nested Class or Inner Classes</a:t>
            </a:r>
            <a:endParaRPr/>
          </a:p>
        </p:txBody>
      </p:sp>
      <p:cxnSp>
        <p:nvCxnSpPr>
          <p:cNvPr id="958" name="Google Shape;958;p4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59" name="Google Shape;959;p46"/>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Java inner class or nested class is a class i.e. declared inside the class or interface.</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We use inner classes to logically group classes and interfaces in one place so that it can be more readable and maintainable.</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Additionally, it can access all the members of outer class including private data members and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262626"/>
              </a:solidFill>
              <a:latin typeface="Calibri"/>
              <a:ea typeface="Calibri"/>
              <a:cs typeface="Calibri"/>
              <a:sym typeface="Calibri"/>
            </a:endParaRPr>
          </a:p>
        </p:txBody>
      </p:sp>
      <p:pic>
        <p:nvPicPr>
          <p:cNvPr descr="Screen Shot 2016-07-28 at 8.13.29 PM.png" id="960" name="Google Shape;960;p46"/>
          <p:cNvPicPr preferRelativeResize="0"/>
          <p:nvPr/>
        </p:nvPicPr>
        <p:blipFill rotWithShape="1">
          <a:blip r:embed="rId4">
            <a:alphaModFix/>
          </a:blip>
          <a:srcRect b="0" l="0" r="0" t="0"/>
          <a:stretch/>
        </p:blipFill>
        <p:spPr>
          <a:xfrm>
            <a:off x="2819400" y="4348162"/>
            <a:ext cx="3905250" cy="1747837"/>
          </a:xfrm>
          <a:prstGeom prst="rect">
            <a:avLst/>
          </a:prstGeom>
          <a:noFill/>
          <a:ln>
            <a:noFill/>
          </a:ln>
        </p:spPr>
      </p:pic>
      <p:grpSp>
        <p:nvGrpSpPr>
          <p:cNvPr id="961" name="Google Shape;961;p46"/>
          <p:cNvGrpSpPr/>
          <p:nvPr/>
        </p:nvGrpSpPr>
        <p:grpSpPr>
          <a:xfrm>
            <a:off x="-76200" y="6515100"/>
            <a:ext cx="9296400" cy="342900"/>
            <a:chOff x="-76200" y="6515100"/>
            <a:chExt cx="9296400" cy="342900"/>
          </a:xfrm>
        </p:grpSpPr>
        <p:cxnSp>
          <p:nvCxnSpPr>
            <p:cNvPr id="962" name="Google Shape;962;p46"/>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63" name="Google Shape;963;p46"/>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964" name="Google Shape;964;p46"/>
          <p:cNvPicPr preferRelativeResize="0"/>
          <p:nvPr/>
        </p:nvPicPr>
        <p:blipFill rotWithShape="1">
          <a:blip r:embed="rId5">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69" name="Shape 969"/>
        <p:cNvGrpSpPr/>
        <p:nvPr/>
      </p:nvGrpSpPr>
      <p:grpSpPr>
        <a:xfrm>
          <a:off x="0" y="0"/>
          <a:ext cx="0" cy="0"/>
          <a:chOff x="0" y="0"/>
          <a:chExt cx="0" cy="0"/>
        </a:xfrm>
      </p:grpSpPr>
      <p:sp>
        <p:nvSpPr>
          <p:cNvPr id="970" name="Google Shape;970;p47"/>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Advantages </a:t>
            </a:r>
            <a:endParaRPr/>
          </a:p>
        </p:txBody>
      </p:sp>
      <p:cxnSp>
        <p:nvCxnSpPr>
          <p:cNvPr id="971" name="Google Shape;971;p4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72" name="Google Shape;972;p47"/>
          <p:cNvSpPr txBox="1"/>
          <p:nvPr/>
        </p:nvSpPr>
        <p:spPr>
          <a:xfrm>
            <a:off x="228600" y="9144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30000"/>
              </a:lnSpc>
              <a:spcBef>
                <a:spcPts val="0"/>
              </a:spcBef>
              <a:spcAft>
                <a:spcPts val="0"/>
              </a:spcAft>
              <a:buClr>
                <a:srgbClr val="FF6600"/>
              </a:buClr>
              <a:buSzPts val="2400"/>
              <a:buFont typeface="Arial"/>
              <a:buChar char="•"/>
            </a:pPr>
            <a:r>
              <a:rPr b="0" i="0" lang="en-US" sz="2400" u="none" cap="none" strike="noStrike">
                <a:solidFill>
                  <a:srgbClr val="262626"/>
                </a:solidFill>
                <a:latin typeface="Calibri"/>
                <a:ea typeface="Calibri"/>
                <a:cs typeface="Calibri"/>
                <a:sym typeface="Calibri"/>
              </a:rPr>
              <a:t>There are basically three advantages of inner classes in java. They are as follows:</a:t>
            </a:r>
            <a:endParaRPr b="0" i="0" sz="1400" u="none" cap="none" strike="noStrike">
              <a:solidFill>
                <a:srgbClr val="000000"/>
              </a:solidFill>
              <a:latin typeface="Arial"/>
              <a:ea typeface="Arial"/>
              <a:cs typeface="Arial"/>
              <a:sym typeface="Arial"/>
            </a:endParaRPr>
          </a:p>
          <a:p>
            <a:pPr indent="-285750" lvl="1" marL="742950" marR="0" rtl="0" algn="just">
              <a:lnSpc>
                <a:spcPct val="13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Nested classes represent a special type of relationship that is </a:t>
            </a:r>
            <a:r>
              <a:rPr b="1" i="1" lang="en-US" sz="2000" u="none" cap="none" strike="noStrike">
                <a:solidFill>
                  <a:srgbClr val="262626"/>
                </a:solidFill>
                <a:latin typeface="Calibri"/>
                <a:ea typeface="Calibri"/>
                <a:cs typeface="Calibri"/>
                <a:sym typeface="Calibri"/>
              </a:rPr>
              <a:t>it can access all the members (data members and methods) of outer class including </a:t>
            </a:r>
            <a:r>
              <a:rPr b="0" i="0" lang="en-US" sz="2000" u="none" cap="none" strike="noStrike">
                <a:solidFill>
                  <a:srgbClr val="262626"/>
                </a:solidFill>
                <a:latin typeface="Calibri"/>
                <a:ea typeface="Calibri"/>
                <a:cs typeface="Calibri"/>
                <a:sym typeface="Calibri"/>
              </a:rPr>
              <a:t>private.</a:t>
            </a:r>
            <a:endParaRPr b="0" i="0" sz="1400" u="none" cap="none" strike="noStrike">
              <a:solidFill>
                <a:srgbClr val="000000"/>
              </a:solidFill>
              <a:latin typeface="Arial"/>
              <a:ea typeface="Arial"/>
              <a:cs typeface="Arial"/>
              <a:sym typeface="Arial"/>
            </a:endParaRPr>
          </a:p>
          <a:p>
            <a:pPr indent="-285750" lvl="1" marL="742950" marR="0" rtl="0" algn="just">
              <a:lnSpc>
                <a:spcPct val="130000"/>
              </a:lnSpc>
              <a:spcBef>
                <a:spcPts val="0"/>
              </a:spcBef>
              <a:spcAft>
                <a:spcPts val="0"/>
              </a:spcAft>
              <a:buClr>
                <a:srgbClr val="FF6600"/>
              </a:buClr>
              <a:buSzPts val="2000"/>
              <a:buFont typeface="Arial"/>
              <a:buChar char="•"/>
            </a:pPr>
            <a:r>
              <a:rPr b="0" i="0" lang="en-US" sz="2000" u="none" cap="none" strike="noStrike">
                <a:solidFill>
                  <a:srgbClr val="262626"/>
                </a:solidFill>
                <a:latin typeface="Calibri"/>
                <a:ea typeface="Calibri"/>
                <a:cs typeface="Calibri"/>
                <a:sym typeface="Calibri"/>
              </a:rPr>
              <a:t>Nested classes are used </a:t>
            </a:r>
            <a:r>
              <a:rPr b="1" i="1" lang="en-US" sz="2000" u="none" cap="none" strike="noStrike">
                <a:solidFill>
                  <a:srgbClr val="262626"/>
                </a:solidFill>
                <a:latin typeface="Calibri"/>
                <a:ea typeface="Calibri"/>
                <a:cs typeface="Calibri"/>
                <a:sym typeface="Calibri"/>
              </a:rPr>
              <a:t>to develop more readable and maintainable code </a:t>
            </a:r>
            <a:r>
              <a:rPr b="0" i="0" lang="en-US" sz="2000" u="none" cap="none" strike="noStrike">
                <a:solidFill>
                  <a:srgbClr val="262626"/>
                </a:solidFill>
                <a:latin typeface="Calibri"/>
                <a:ea typeface="Calibri"/>
                <a:cs typeface="Calibri"/>
                <a:sym typeface="Calibri"/>
              </a:rPr>
              <a:t>because it logically group classes and interfaces in one place only.</a:t>
            </a:r>
            <a:endParaRPr b="0" i="0" sz="1400" u="none" cap="none" strike="noStrike">
              <a:solidFill>
                <a:srgbClr val="000000"/>
              </a:solidFill>
              <a:latin typeface="Arial"/>
              <a:ea typeface="Arial"/>
              <a:cs typeface="Arial"/>
              <a:sym typeface="Arial"/>
            </a:endParaRPr>
          </a:p>
          <a:p>
            <a:pPr indent="-285750" lvl="1" marL="742950" marR="0" rtl="0" algn="just">
              <a:lnSpc>
                <a:spcPct val="130000"/>
              </a:lnSpc>
              <a:spcBef>
                <a:spcPts val="0"/>
              </a:spcBef>
              <a:spcAft>
                <a:spcPts val="0"/>
              </a:spcAft>
              <a:buClr>
                <a:srgbClr val="FF6600"/>
              </a:buClr>
              <a:buSzPts val="2000"/>
              <a:buFont typeface="Arial"/>
              <a:buChar char="•"/>
            </a:pPr>
            <a:r>
              <a:rPr b="1" i="0" lang="en-US" sz="2000" u="none" cap="none" strike="noStrike">
                <a:solidFill>
                  <a:srgbClr val="262626"/>
                </a:solidFill>
                <a:latin typeface="Calibri"/>
                <a:ea typeface="Calibri"/>
                <a:cs typeface="Calibri"/>
                <a:sym typeface="Calibri"/>
              </a:rPr>
              <a:t>Code Optimization : </a:t>
            </a:r>
            <a:r>
              <a:rPr b="0" i="0" lang="en-US" sz="2000" u="none" cap="none" strike="noStrike">
                <a:solidFill>
                  <a:srgbClr val="262626"/>
                </a:solidFill>
                <a:latin typeface="Calibri"/>
                <a:ea typeface="Calibri"/>
                <a:cs typeface="Calibri"/>
                <a:sym typeface="Calibri"/>
              </a:rPr>
              <a:t>It requires less code to write.</a:t>
            </a:r>
            <a:endParaRPr b="0" i="0" sz="1400" u="none" cap="none" strike="noStrike">
              <a:solidFill>
                <a:srgbClr val="000000"/>
              </a:solidFill>
              <a:latin typeface="Arial"/>
              <a:ea typeface="Arial"/>
              <a:cs typeface="Arial"/>
              <a:sym typeface="Arial"/>
            </a:endParaRPr>
          </a:p>
        </p:txBody>
      </p:sp>
      <p:grpSp>
        <p:nvGrpSpPr>
          <p:cNvPr id="973" name="Google Shape;973;p47"/>
          <p:cNvGrpSpPr/>
          <p:nvPr/>
        </p:nvGrpSpPr>
        <p:grpSpPr>
          <a:xfrm>
            <a:off x="-76200" y="6515100"/>
            <a:ext cx="9296400" cy="342900"/>
            <a:chOff x="-76200" y="6515100"/>
            <a:chExt cx="9296400" cy="342900"/>
          </a:xfrm>
        </p:grpSpPr>
        <p:cxnSp>
          <p:nvCxnSpPr>
            <p:cNvPr id="974" name="Google Shape;974;p47"/>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75" name="Google Shape;975;p47"/>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976" name="Google Shape;976;p47"/>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81" name="Shape 981"/>
        <p:cNvGrpSpPr/>
        <p:nvPr/>
      </p:nvGrpSpPr>
      <p:grpSpPr>
        <a:xfrm>
          <a:off x="0" y="0"/>
          <a:ext cx="0" cy="0"/>
          <a:chOff x="0" y="0"/>
          <a:chExt cx="0" cy="0"/>
        </a:xfrm>
      </p:grpSpPr>
      <p:sp>
        <p:nvSpPr>
          <p:cNvPr id="982" name="Google Shape;982;p48"/>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Types of Inner Class</a:t>
            </a:r>
            <a:endParaRPr/>
          </a:p>
        </p:txBody>
      </p:sp>
      <p:cxnSp>
        <p:nvCxnSpPr>
          <p:cNvPr id="983" name="Google Shape;983;p4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aphicFrame>
        <p:nvGraphicFramePr>
          <p:cNvPr id="984" name="Google Shape;984;p48"/>
          <p:cNvGraphicFramePr/>
          <p:nvPr/>
        </p:nvGraphicFramePr>
        <p:xfrm>
          <a:off x="193675" y="1143000"/>
          <a:ext cx="3000000" cy="3000000"/>
        </p:xfrm>
        <a:graphic>
          <a:graphicData uri="http://schemas.openxmlformats.org/drawingml/2006/table">
            <a:tbl>
              <a:tblPr>
                <a:noFill/>
                <a:tableStyleId>{BD5F9FE1-AF21-4F1C-BB60-62CC5A1B0184}</a:tableStyleId>
              </a:tblPr>
              <a:tblGrid>
                <a:gridCol w="2354250"/>
                <a:gridCol w="6413500"/>
              </a:tblGrid>
              <a:tr h="371475">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Types</a:t>
                      </a:r>
                      <a:endParaRPr sz="1400" u="none" cap="none" strike="noStrike"/>
                    </a:p>
                  </a:txBody>
                  <a:tcPr marT="45725" marB="45725" marR="91425" marL="91425"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Description</a:t>
                      </a:r>
                      <a:endParaRPr sz="1400" u="none" cap="none" strike="noStrike"/>
                    </a:p>
                  </a:txBody>
                  <a:tcPr marT="45725" marB="45725" marR="91425" marL="91425"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875">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Member Inner Class</a:t>
                      </a:r>
                      <a:endParaRPr sz="1400" u="none" cap="none" strike="noStrike"/>
                    </a:p>
                  </a:txBody>
                  <a:tcPr marT="45725" marB="45725" marR="91425" marL="91425" anchor="ctr">
                    <a:lnT cap="flat" cmpd="sng" w="12700">
                      <a:solidFill>
                        <a:schemeClr val="dk1"/>
                      </a:solidFill>
                      <a:prstDash val="solid"/>
                      <a:round/>
                      <a:headEnd len="sm" w="sm" type="none"/>
                      <a:tailEnd len="sm" w="sm" type="none"/>
                    </a:lnT>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 class created within class and outside method.</a:t>
                      </a:r>
                      <a:endParaRPr sz="1400" u="none" cap="none" strike="noStrike"/>
                    </a:p>
                  </a:txBody>
                  <a:tcPr marT="45725" marB="45725" marR="91425" marL="91425" anchor="ctr">
                    <a:lnT cap="flat" cmpd="sng" w="12700">
                      <a:solidFill>
                        <a:schemeClr val="dk1"/>
                      </a:solidFill>
                      <a:prstDash val="solid"/>
                      <a:round/>
                      <a:headEnd len="sm" w="sm" type="none"/>
                      <a:tailEnd len="sm" w="sm" type="none"/>
                    </a:lnT>
                    <a:solidFill>
                      <a:schemeClr val="dk1">
                        <a:alpha val="19607"/>
                      </a:schemeClr>
                    </a:solidFill>
                  </a:tcPr>
                </a:tc>
              </a:tr>
              <a:tr h="639750">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Anonymous Inner Class</a:t>
                      </a:r>
                      <a:endParaRPr sz="1400" u="none" cap="none" strike="noStrike"/>
                    </a:p>
                  </a:txBody>
                  <a:tcPr marT="45725" marB="45725" marR="91425" marL="91425" anchor="ct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 class created for implementing interface or extending class. Its name is decided by the java compiler.</a:t>
                      </a:r>
                      <a:endParaRPr sz="1400" u="none" cap="none" strike="noStrike"/>
                    </a:p>
                  </a:txBody>
                  <a:tcPr marT="45725" marB="45725" marR="91425" marL="91425" anchor="ctr"/>
                </a:tc>
              </a:tr>
              <a:tr h="371475">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Local Inner Class</a:t>
                      </a:r>
                      <a:endParaRPr sz="1400" u="none" cap="none" strike="noStrike"/>
                    </a:p>
                  </a:txBody>
                  <a:tcPr marT="45725" marB="45725" marR="91425" marL="91425" anchor="ctr">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 class created within method.</a:t>
                      </a:r>
                      <a:endParaRPr sz="1400" u="none" cap="none" strike="noStrike"/>
                    </a:p>
                  </a:txBody>
                  <a:tcPr marT="45725" marB="45725" marR="91425" marL="91425" anchor="ctr">
                    <a:solidFill>
                      <a:schemeClr val="dk1">
                        <a:alpha val="19607"/>
                      </a:schemeClr>
                    </a:solidFill>
                  </a:tcPr>
                </a:tc>
              </a:tr>
              <a:tr h="369875">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Static Nested Class</a:t>
                      </a:r>
                      <a:endParaRPr sz="1400" u="none" cap="none" strike="noStrike"/>
                    </a:p>
                  </a:txBody>
                  <a:tcPr marT="45725" marB="45725" marR="91425" marL="91425" anchor="ct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 static class created within class.</a:t>
                      </a:r>
                      <a:endParaRPr sz="1400" u="none" cap="none" strike="noStrike"/>
                    </a:p>
                  </a:txBody>
                  <a:tcPr marT="45725" marB="45725" marR="91425" marL="91425" anchor="ctr"/>
                </a:tc>
              </a:tr>
              <a:tr h="371475">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Nested Interface</a:t>
                      </a:r>
                      <a:endParaRPr sz="1400" u="none" cap="none" strike="noStrike"/>
                    </a:p>
                  </a:txBody>
                  <a:tcPr marT="45725" marB="45725" marR="91425" marL="91425" anchor="ctr">
                    <a:lnB cap="flat" cmpd="sng" w="12700">
                      <a:solidFill>
                        <a:schemeClr val="dk1"/>
                      </a:solidFill>
                      <a:prstDash val="solid"/>
                      <a:round/>
                      <a:headEnd len="sm" w="sm" type="none"/>
                      <a:tailEnd len="sm" w="sm" type="none"/>
                    </a:lnB>
                    <a:solidFill>
                      <a:schemeClr val="dk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An interface created within class or interface.</a:t>
                      </a:r>
                      <a:endParaRPr sz="1400" u="none" cap="none" strike="noStrike"/>
                    </a:p>
                  </a:txBody>
                  <a:tcPr marT="45725" marB="45725" marR="91425" marL="91425" anchor="ctr">
                    <a:lnB cap="flat" cmpd="sng" w="12700">
                      <a:solidFill>
                        <a:schemeClr val="dk1"/>
                      </a:solidFill>
                      <a:prstDash val="solid"/>
                      <a:round/>
                      <a:headEnd len="sm" w="sm" type="none"/>
                      <a:tailEnd len="sm" w="sm" type="none"/>
                    </a:lnB>
                    <a:solidFill>
                      <a:schemeClr val="dk1">
                        <a:alpha val="19607"/>
                      </a:schemeClr>
                    </a:solidFill>
                  </a:tcPr>
                </a:tc>
              </a:tr>
            </a:tbl>
          </a:graphicData>
        </a:graphic>
      </p:graphicFrame>
      <p:grpSp>
        <p:nvGrpSpPr>
          <p:cNvPr id="985" name="Google Shape;985;p48"/>
          <p:cNvGrpSpPr/>
          <p:nvPr/>
        </p:nvGrpSpPr>
        <p:grpSpPr>
          <a:xfrm>
            <a:off x="-76200" y="6515100"/>
            <a:ext cx="9296400" cy="342900"/>
            <a:chOff x="-76200" y="6515100"/>
            <a:chExt cx="9296400" cy="342900"/>
          </a:xfrm>
        </p:grpSpPr>
        <p:cxnSp>
          <p:nvCxnSpPr>
            <p:cNvPr id="986" name="Google Shape;986;p48"/>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87" name="Google Shape;987;p48"/>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988" name="Google Shape;988;p48"/>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93" name="Shape 993"/>
        <p:cNvGrpSpPr/>
        <p:nvPr/>
      </p:nvGrpSpPr>
      <p:grpSpPr>
        <a:xfrm>
          <a:off x="0" y="0"/>
          <a:ext cx="0" cy="0"/>
          <a:chOff x="0" y="0"/>
          <a:chExt cx="0" cy="0"/>
        </a:xfrm>
      </p:grpSpPr>
      <p:sp>
        <p:nvSpPr>
          <p:cNvPr id="994" name="Google Shape;994;p49"/>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3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What is class and object? Write a program demonstrating access of same object with more than one reference? (L2)</a:t>
            </a:r>
            <a:endParaRPr b="0" i="0" sz="1400" u="none" cap="none" strike="noStrike">
              <a:solidFill>
                <a:srgbClr val="000000"/>
              </a:solidFill>
              <a:latin typeface="Arial"/>
              <a:ea typeface="Arial"/>
              <a:cs typeface="Arial"/>
              <a:sym typeface="Arial"/>
            </a:endParaRPr>
          </a:p>
          <a:p>
            <a:pPr indent="-457200" lvl="0" marL="457200" marR="0" rtl="0" algn="l">
              <a:lnSpc>
                <a:spcPct val="13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Write a class ‘MyName’ with following members ( private String privateName; public String publicName; String defaultName; ) </a:t>
            </a:r>
            <a:endParaRPr b="0" i="0" sz="1400" u="none" cap="none" strike="noStrike">
              <a:solidFill>
                <a:srgbClr val="000000"/>
              </a:solidFill>
              <a:latin typeface="Arial"/>
              <a:ea typeface="Arial"/>
              <a:cs typeface="Arial"/>
              <a:sym typeface="Arial"/>
            </a:endParaRPr>
          </a:p>
          <a:p>
            <a:pPr indent="-457200" lvl="1" marL="914400" marR="0" rtl="0" algn="l">
              <a:lnSpc>
                <a:spcPct val="130000"/>
              </a:lnSpc>
              <a:spcBef>
                <a:spcPts val="0"/>
              </a:spcBef>
              <a:spcAft>
                <a:spcPts val="0"/>
              </a:spcAft>
              <a:buClr>
                <a:schemeClr val="dk1"/>
              </a:buClr>
              <a:buSzPts val="2400"/>
              <a:buFont typeface="Calibri"/>
              <a:buAutoNum type="alphaLcParenR"/>
            </a:pPr>
            <a:r>
              <a:rPr b="0" i="0" lang="en-US" sz="2400" u="none" cap="none" strike="noStrike">
                <a:solidFill>
                  <a:schemeClr val="dk1"/>
                </a:solidFill>
                <a:latin typeface="Calibri"/>
                <a:ea typeface="Calibri"/>
                <a:cs typeface="Calibri"/>
                <a:sym typeface="Calibri"/>
              </a:rPr>
              <a:t>Include multiple constructors to initialize the data members</a:t>
            </a:r>
            <a:endParaRPr b="0" i="0" sz="1400" u="none" cap="none" strike="noStrike">
              <a:solidFill>
                <a:srgbClr val="000000"/>
              </a:solidFill>
              <a:latin typeface="Arial"/>
              <a:ea typeface="Arial"/>
              <a:cs typeface="Arial"/>
              <a:sym typeface="Arial"/>
            </a:endParaRPr>
          </a:p>
          <a:p>
            <a:pPr indent="-457200" lvl="1" marL="914400" marR="0" rtl="0" algn="l">
              <a:lnSpc>
                <a:spcPct val="130000"/>
              </a:lnSpc>
              <a:spcBef>
                <a:spcPts val="0"/>
              </a:spcBef>
              <a:spcAft>
                <a:spcPts val="0"/>
              </a:spcAft>
              <a:buClr>
                <a:schemeClr val="dk1"/>
              </a:buClr>
              <a:buSzPts val="2400"/>
              <a:buFont typeface="Calibri"/>
              <a:buAutoNum type="alphaLcParenR"/>
            </a:pPr>
            <a:r>
              <a:rPr b="0" i="0" lang="en-US" sz="2400" u="none" cap="none" strike="noStrike">
                <a:solidFill>
                  <a:schemeClr val="dk1"/>
                </a:solidFill>
                <a:latin typeface="Calibri"/>
                <a:ea typeface="Calibri"/>
                <a:cs typeface="Calibri"/>
                <a:sym typeface="Calibri"/>
              </a:rPr>
              <a:t>Include a method to fetch privateName which can be invoked outside the class</a:t>
            </a:r>
            <a:endParaRPr b="0" i="0" sz="1400" u="none" cap="none" strike="noStrike">
              <a:solidFill>
                <a:srgbClr val="000000"/>
              </a:solidFill>
              <a:latin typeface="Arial"/>
              <a:ea typeface="Arial"/>
              <a:cs typeface="Arial"/>
              <a:sym typeface="Arial"/>
            </a:endParaRPr>
          </a:p>
          <a:p>
            <a:pPr indent="-457200" lvl="1" marL="914400" marR="0" rtl="0" algn="l">
              <a:lnSpc>
                <a:spcPct val="130000"/>
              </a:lnSpc>
              <a:spcBef>
                <a:spcPts val="0"/>
              </a:spcBef>
              <a:spcAft>
                <a:spcPts val="0"/>
              </a:spcAft>
              <a:buClr>
                <a:schemeClr val="dk1"/>
              </a:buClr>
              <a:buSzPts val="2400"/>
              <a:buFont typeface="Calibri"/>
              <a:buAutoNum type="alphaLcParenR"/>
            </a:pPr>
            <a:r>
              <a:rPr b="0" i="0" lang="en-US" sz="2400" u="none" cap="none" strike="noStrike">
                <a:solidFill>
                  <a:schemeClr val="dk1"/>
                </a:solidFill>
                <a:latin typeface="Calibri"/>
                <a:ea typeface="Calibri"/>
                <a:cs typeface="Calibri"/>
                <a:sym typeface="Calibri"/>
              </a:rPr>
              <a:t>Write a test programs to create two objects of MyName using constructors and print the members of both the objects.</a:t>
            </a:r>
            <a:endParaRPr b="0" i="0" sz="1400" u="none" cap="none" strike="noStrike">
              <a:solidFill>
                <a:srgbClr val="000000"/>
              </a:solidFill>
              <a:latin typeface="Arial"/>
              <a:ea typeface="Arial"/>
              <a:cs typeface="Arial"/>
              <a:sym typeface="Arial"/>
            </a:endParaRPr>
          </a:p>
          <a:p>
            <a:pPr indent="-457200" lvl="1" marL="914400" marR="0" rtl="0" algn="l">
              <a:lnSpc>
                <a:spcPct val="13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(L3)</a:t>
            </a:r>
            <a:endParaRPr b="0" i="0" sz="1400" u="none" cap="none" strike="noStrike">
              <a:solidFill>
                <a:srgbClr val="000000"/>
              </a:solidFill>
              <a:latin typeface="Arial"/>
              <a:ea typeface="Arial"/>
              <a:cs typeface="Arial"/>
              <a:sym typeface="Arial"/>
            </a:endParaRPr>
          </a:p>
        </p:txBody>
      </p:sp>
      <p:sp>
        <p:nvSpPr>
          <p:cNvPr id="995" name="Google Shape;995;p49"/>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Model Questions</a:t>
            </a:r>
            <a:endParaRPr/>
          </a:p>
        </p:txBody>
      </p:sp>
      <p:cxnSp>
        <p:nvCxnSpPr>
          <p:cNvPr id="996" name="Google Shape;996;p4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997" name="Google Shape;997;p49"/>
          <p:cNvGrpSpPr/>
          <p:nvPr/>
        </p:nvGrpSpPr>
        <p:grpSpPr>
          <a:xfrm>
            <a:off x="-76200" y="6515100"/>
            <a:ext cx="9296400" cy="342900"/>
            <a:chOff x="-76200" y="6515100"/>
            <a:chExt cx="9296400" cy="342900"/>
          </a:xfrm>
        </p:grpSpPr>
        <p:cxnSp>
          <p:nvCxnSpPr>
            <p:cNvPr id="998" name="Google Shape;998;p49"/>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999" name="Google Shape;999;p49"/>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1000" name="Google Shape;1000;p49"/>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005" name="Shape 1005"/>
        <p:cNvGrpSpPr/>
        <p:nvPr/>
      </p:nvGrpSpPr>
      <p:grpSpPr>
        <a:xfrm>
          <a:off x="0" y="0"/>
          <a:ext cx="0" cy="0"/>
          <a:chOff x="0" y="0"/>
          <a:chExt cx="0" cy="0"/>
        </a:xfrm>
      </p:grpSpPr>
      <p:sp>
        <p:nvSpPr>
          <p:cNvPr id="1006" name="Google Shape;1006;p50"/>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Draw a class diagram for the following scenario :</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Consider a bank "ABC Bank" which provides a banking services and to start with customer can open a bank account. The account can be Savingsaccount / CurrentAccount and there is no interest paid for CurrentAccount. The other services are, the customer can debit and credit amount to BankAccount. The customer is allowed to get the status of his accounts at any time and he can transfer amount from one account to another account.</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(L3)</a:t>
            </a:r>
            <a:endParaRPr b="0" i="0" sz="1400" u="none" cap="none" strike="noStrike">
              <a:solidFill>
                <a:srgbClr val="000000"/>
              </a:solidFill>
              <a:latin typeface="Arial"/>
              <a:ea typeface="Arial"/>
              <a:cs typeface="Arial"/>
              <a:sym typeface="Arial"/>
            </a:endParaRPr>
          </a:p>
        </p:txBody>
      </p:sp>
      <p:sp>
        <p:nvSpPr>
          <p:cNvPr id="1007" name="Google Shape;1007;p50"/>
          <p:cNvSpPr txBox="1"/>
          <p:nvPr>
            <p:ph type="title"/>
          </p:nvPr>
        </p:nvSpPr>
        <p:spPr>
          <a:xfrm>
            <a:off x="838200" y="76200"/>
            <a:ext cx="80010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Model Questions</a:t>
            </a:r>
            <a:endParaRPr/>
          </a:p>
        </p:txBody>
      </p:sp>
      <p:cxnSp>
        <p:nvCxnSpPr>
          <p:cNvPr id="1008" name="Google Shape;1008;p5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1009" name="Google Shape;1009;p50"/>
          <p:cNvGrpSpPr/>
          <p:nvPr/>
        </p:nvGrpSpPr>
        <p:grpSpPr>
          <a:xfrm>
            <a:off x="-76200" y="6515100"/>
            <a:ext cx="9296400" cy="342900"/>
            <a:chOff x="-76200" y="6515100"/>
            <a:chExt cx="9296400" cy="342900"/>
          </a:xfrm>
        </p:grpSpPr>
        <p:cxnSp>
          <p:nvCxnSpPr>
            <p:cNvPr id="1010" name="Google Shape;1010;p50"/>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1011" name="Google Shape;1011;p50"/>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1012" name="Google Shape;1012;p50"/>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017" name="Shape 1017"/>
        <p:cNvGrpSpPr/>
        <p:nvPr/>
      </p:nvGrpSpPr>
      <p:grpSpPr>
        <a:xfrm>
          <a:off x="0" y="0"/>
          <a:ext cx="0" cy="0"/>
          <a:chOff x="0" y="0"/>
          <a:chExt cx="0" cy="0"/>
        </a:xfrm>
      </p:grpSpPr>
      <p:sp>
        <p:nvSpPr>
          <p:cNvPr id="1018" name="Google Shape;1018;p51"/>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 department cannot exist without college. Create classes called as College {name, department, colCode} and Department {name, depCode, numOfStu} within College class. </a:t>
            </a:r>
            <a:endParaRPr b="0" i="0" sz="1400" u="none" cap="none" strike="noStrike">
              <a:solidFill>
                <a:srgbClr val="000000"/>
              </a:solidFill>
              <a:latin typeface="Arial"/>
              <a:ea typeface="Arial"/>
              <a:cs typeface="Arial"/>
              <a:sym typeface="Arial"/>
            </a:endParaRPr>
          </a:p>
          <a:p>
            <a:pPr indent="-285750" lvl="1" marL="742950" marR="0" rtl="0" algn="l">
              <a:lnSpc>
                <a:spcPct val="120000"/>
              </a:lnSpc>
              <a:spcBef>
                <a:spcPts val="0"/>
              </a:spcBef>
              <a:spcAft>
                <a:spcPts val="0"/>
              </a:spcAft>
              <a:buClr>
                <a:schemeClr val="dk1"/>
              </a:buClr>
              <a:buSzPts val="2400"/>
              <a:buFont typeface="Calibri"/>
              <a:buAutoNum type="alphaLcParenR"/>
            </a:pPr>
            <a:r>
              <a:rPr b="0" i="0" lang="en-US" sz="2400" u="none" cap="none" strike="noStrike">
                <a:solidFill>
                  <a:schemeClr val="dk1"/>
                </a:solidFill>
                <a:latin typeface="Calibri"/>
                <a:ea typeface="Calibri"/>
                <a:cs typeface="Calibri"/>
                <a:sym typeface="Calibri"/>
              </a:rPr>
              <a:t>Define method in College class to create various departments.</a:t>
            </a:r>
            <a:endParaRPr b="0" i="0" sz="1400" u="none" cap="none" strike="noStrike">
              <a:solidFill>
                <a:srgbClr val="000000"/>
              </a:solidFill>
              <a:latin typeface="Arial"/>
              <a:ea typeface="Arial"/>
              <a:cs typeface="Arial"/>
              <a:sym typeface="Arial"/>
            </a:endParaRPr>
          </a:p>
          <a:p>
            <a:pPr indent="-285750" lvl="1" marL="742950" marR="0" rtl="0" algn="l">
              <a:lnSpc>
                <a:spcPct val="120000"/>
              </a:lnSpc>
              <a:spcBef>
                <a:spcPts val="0"/>
              </a:spcBef>
              <a:spcAft>
                <a:spcPts val="0"/>
              </a:spcAft>
              <a:buClr>
                <a:schemeClr val="dk1"/>
              </a:buClr>
              <a:buSzPts val="2400"/>
              <a:buFont typeface="Calibri"/>
              <a:buAutoNum type="alphaLcParenR"/>
            </a:pPr>
            <a:r>
              <a:rPr b="0" i="0" lang="en-US" sz="2400" u="none" cap="none" strike="noStrike">
                <a:solidFill>
                  <a:schemeClr val="dk1"/>
                </a:solidFill>
                <a:latin typeface="Calibri"/>
                <a:ea typeface="Calibri"/>
                <a:cs typeface="Calibri"/>
                <a:sym typeface="Calibri"/>
              </a:rPr>
              <a:t>Define a method to calculate total strength of students of a college.</a:t>
            </a:r>
            <a:endParaRPr b="0" i="0" sz="1400" u="none" cap="none" strike="noStrike">
              <a:solidFill>
                <a:srgbClr val="000000"/>
              </a:solidFill>
              <a:latin typeface="Arial"/>
              <a:ea typeface="Arial"/>
              <a:cs typeface="Arial"/>
              <a:sym typeface="Arial"/>
            </a:endParaRPr>
          </a:p>
          <a:p>
            <a:pPr indent="-285750" lvl="1" marL="742950" marR="0" rtl="0" algn="l">
              <a:lnSpc>
                <a:spcPct val="120000"/>
              </a:lnSpc>
              <a:spcBef>
                <a:spcPts val="0"/>
              </a:spcBef>
              <a:spcAft>
                <a:spcPts val="0"/>
              </a:spcAft>
              <a:buClr>
                <a:schemeClr val="dk1"/>
              </a:buClr>
              <a:buSzPts val="2400"/>
              <a:buFont typeface="Calibri"/>
              <a:buAutoNum type="alphaLcParenR"/>
            </a:pPr>
            <a:r>
              <a:rPr b="0" i="0" lang="en-US" sz="2400" u="none" cap="none" strike="noStrike">
                <a:solidFill>
                  <a:schemeClr val="dk1"/>
                </a:solidFill>
                <a:latin typeface="Calibri"/>
                <a:ea typeface="Calibri"/>
                <a:cs typeface="Calibri"/>
                <a:sym typeface="Calibri"/>
              </a:rPr>
              <a:t>Write a test program to create few colleges and departments within it. Then print the total number of students of each college</a:t>
            </a:r>
            <a:endParaRPr b="0" i="0" sz="1400" u="none" cap="none" strike="noStrike">
              <a:solidFill>
                <a:srgbClr val="000000"/>
              </a:solidFill>
              <a:latin typeface="Arial"/>
              <a:ea typeface="Arial"/>
              <a:cs typeface="Arial"/>
              <a:sym typeface="Arial"/>
            </a:endParaRPr>
          </a:p>
          <a:p>
            <a:pPr indent="-457200" lvl="0" marL="457200" marR="0" rtl="0" algn="l">
              <a:lnSpc>
                <a:spcPct val="12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(L3)</a:t>
            </a:r>
            <a:endParaRPr b="0" i="0" sz="1400" u="none" cap="none" strike="noStrike">
              <a:solidFill>
                <a:srgbClr val="000000"/>
              </a:solidFill>
              <a:latin typeface="Arial"/>
              <a:ea typeface="Arial"/>
              <a:cs typeface="Arial"/>
              <a:sym typeface="Arial"/>
            </a:endParaRPr>
          </a:p>
          <a:p>
            <a:pPr indent="-457200" lvl="0" marL="4572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Explain the need of method overloading with a suitable example. (L2)</a:t>
            </a:r>
            <a:endParaRPr b="0" i="0" sz="1400" u="none" cap="none" strike="noStrike">
              <a:solidFill>
                <a:srgbClr val="000000"/>
              </a:solidFill>
              <a:latin typeface="Arial"/>
              <a:ea typeface="Arial"/>
              <a:cs typeface="Arial"/>
              <a:sym typeface="Arial"/>
            </a:endParaRPr>
          </a:p>
        </p:txBody>
      </p:sp>
      <p:sp>
        <p:nvSpPr>
          <p:cNvPr id="1019" name="Google Shape;1019;p51"/>
          <p:cNvSpPr txBox="1"/>
          <p:nvPr>
            <p:ph type="title"/>
          </p:nvPr>
        </p:nvSpPr>
        <p:spPr>
          <a:xfrm>
            <a:off x="863600" y="76200"/>
            <a:ext cx="79756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Model Questions</a:t>
            </a:r>
            <a:endParaRPr/>
          </a:p>
        </p:txBody>
      </p:sp>
      <p:cxnSp>
        <p:nvCxnSpPr>
          <p:cNvPr id="1020" name="Google Shape;1020;p5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1021" name="Google Shape;1021;p51"/>
          <p:cNvGrpSpPr/>
          <p:nvPr/>
        </p:nvGrpSpPr>
        <p:grpSpPr>
          <a:xfrm>
            <a:off x="-76200" y="6515100"/>
            <a:ext cx="9296400" cy="342900"/>
            <a:chOff x="-76200" y="6515100"/>
            <a:chExt cx="9296400" cy="342900"/>
          </a:xfrm>
        </p:grpSpPr>
        <p:cxnSp>
          <p:nvCxnSpPr>
            <p:cNvPr id="1022" name="Google Shape;1022;p51"/>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1023" name="Google Shape;1023;p51"/>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1024" name="Google Shape;1024;p51"/>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029" name="Shape 1029"/>
        <p:cNvGrpSpPr/>
        <p:nvPr/>
      </p:nvGrpSpPr>
      <p:grpSpPr>
        <a:xfrm>
          <a:off x="0" y="0"/>
          <a:ext cx="0" cy="0"/>
          <a:chOff x="0" y="0"/>
          <a:chExt cx="0" cy="0"/>
        </a:xfrm>
      </p:grpSpPr>
      <p:sp>
        <p:nvSpPr>
          <p:cNvPr id="1030" name="Google Shape;1030;p52"/>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Consider a Student(stuId, stuName, semester), register for 4 courses, Course (courseNo, courseTitle, courseDuration(numberOfhours), fevoriteCourse). The student can view all the courses registered and mark the courses as favorite during registration. Write a method to return the favorite courses and display. Identify the type of relationship, appropriate methods and write a tester class to demonstrate register courses by a student, and display favorite courses.</a:t>
            </a:r>
            <a:endParaRPr b="0" i="0" sz="1400" u="none" cap="none" strike="noStrike">
              <a:solidFill>
                <a:srgbClr val="000000"/>
              </a:solidFill>
              <a:latin typeface="Arial"/>
              <a:ea typeface="Arial"/>
              <a:cs typeface="Arial"/>
              <a:sym typeface="Arial"/>
            </a:endParaRPr>
          </a:p>
          <a:p>
            <a:pPr indent="-457200" lvl="0" marL="457200" marR="0" rtl="0" algn="just">
              <a:lnSpc>
                <a:spcPct val="14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(L3)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031" name="Google Shape;1031;p52"/>
          <p:cNvSpPr txBox="1"/>
          <p:nvPr>
            <p:ph type="title"/>
          </p:nvPr>
        </p:nvSpPr>
        <p:spPr>
          <a:xfrm>
            <a:off x="838200" y="76200"/>
            <a:ext cx="80010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Model Questions</a:t>
            </a:r>
            <a:endParaRPr/>
          </a:p>
        </p:txBody>
      </p:sp>
      <p:cxnSp>
        <p:nvCxnSpPr>
          <p:cNvPr id="1032" name="Google Shape;1032;p5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1033" name="Google Shape;1033;p52"/>
          <p:cNvGrpSpPr/>
          <p:nvPr/>
        </p:nvGrpSpPr>
        <p:grpSpPr>
          <a:xfrm>
            <a:off x="-76200" y="6515100"/>
            <a:ext cx="9296400" cy="342900"/>
            <a:chOff x="-76200" y="6515100"/>
            <a:chExt cx="9296400" cy="342900"/>
          </a:xfrm>
        </p:grpSpPr>
        <p:cxnSp>
          <p:nvCxnSpPr>
            <p:cNvPr id="1034" name="Google Shape;1034;p52"/>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1035" name="Google Shape;1035;p52"/>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1036" name="Google Shape;1036;p52"/>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041" name="Shape 1041"/>
        <p:cNvGrpSpPr/>
        <p:nvPr/>
      </p:nvGrpSpPr>
      <p:grpSpPr>
        <a:xfrm>
          <a:off x="0" y="0"/>
          <a:ext cx="0" cy="0"/>
          <a:chOff x="0" y="0"/>
          <a:chExt cx="0" cy="0"/>
        </a:xfrm>
      </p:grpSpPr>
      <p:sp>
        <p:nvSpPr>
          <p:cNvPr id="1042" name="Google Shape;1042;p53"/>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Consider a Customer (customerId, customerName, phoneNum, billAmount ) and the shop classifies customer as regular customer and privileged customer. The shop offers discount of 5% on every purchase by a regular customer and it issues a membership card to a privileged customer and offer will be always better than regular customer. The shop prepares a list of customers (regular and privileged randomly) visited shop and view the bill amount of individual customer and total bill amount of all the customers. Display count of regular customers and privileged customers. Write a java program to simulate the above scenario. </a:t>
            </a:r>
            <a:endParaRPr b="0" i="0" sz="1400" u="none" cap="none" strike="noStrike">
              <a:solidFill>
                <a:srgbClr val="000000"/>
              </a:solidFill>
              <a:latin typeface="Arial"/>
              <a:ea typeface="Arial"/>
              <a:cs typeface="Arial"/>
              <a:sym typeface="Arial"/>
            </a:endParaRPr>
          </a:p>
          <a:p>
            <a:pPr indent="-457200" lvl="0" marL="457200" marR="0" rtl="0" algn="just">
              <a:lnSpc>
                <a:spcPct val="12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(L3)</a:t>
            </a:r>
            <a:endParaRPr b="0" i="0" sz="1400" u="none" cap="none" strike="noStrike">
              <a:solidFill>
                <a:srgbClr val="000000"/>
              </a:solidFill>
              <a:latin typeface="Arial"/>
              <a:ea typeface="Arial"/>
              <a:cs typeface="Arial"/>
              <a:sym typeface="Arial"/>
            </a:endParaRPr>
          </a:p>
        </p:txBody>
      </p:sp>
      <p:sp>
        <p:nvSpPr>
          <p:cNvPr id="1043" name="Google Shape;1043;p53"/>
          <p:cNvSpPr txBox="1"/>
          <p:nvPr>
            <p:ph type="title"/>
          </p:nvPr>
        </p:nvSpPr>
        <p:spPr>
          <a:xfrm>
            <a:off x="914400" y="76200"/>
            <a:ext cx="79248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Model Questions</a:t>
            </a:r>
            <a:endParaRPr/>
          </a:p>
        </p:txBody>
      </p:sp>
      <p:cxnSp>
        <p:nvCxnSpPr>
          <p:cNvPr id="1044" name="Google Shape;1044;p5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1045" name="Google Shape;1045;p53"/>
          <p:cNvGrpSpPr/>
          <p:nvPr/>
        </p:nvGrpSpPr>
        <p:grpSpPr>
          <a:xfrm>
            <a:off x="-76200" y="6515100"/>
            <a:ext cx="9296400" cy="342900"/>
            <a:chOff x="-76200" y="6515100"/>
            <a:chExt cx="9296400" cy="342900"/>
          </a:xfrm>
        </p:grpSpPr>
        <p:cxnSp>
          <p:nvCxnSpPr>
            <p:cNvPr id="1046" name="Google Shape;1046;p53"/>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1047" name="Google Shape;1047;p53"/>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1048" name="Google Shape;1048;p53"/>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053" name="Shape 1053"/>
        <p:cNvGrpSpPr/>
        <p:nvPr/>
      </p:nvGrpSpPr>
      <p:grpSpPr>
        <a:xfrm>
          <a:off x="0" y="0"/>
          <a:ext cx="0" cy="0"/>
          <a:chOff x="0" y="0"/>
          <a:chExt cx="0" cy="0"/>
        </a:xfrm>
      </p:grpSpPr>
      <p:sp>
        <p:nvSpPr>
          <p:cNvPr id="1054" name="Google Shape;1054;p54"/>
          <p:cNvSpPr txBox="1"/>
          <p:nvPr/>
        </p:nvSpPr>
        <p:spPr>
          <a:xfrm>
            <a:off x="228600" y="990600"/>
            <a:ext cx="8686800" cy="54102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Define class and object. Explain them with an example using java</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What is a method? Provide several signatures of the methods</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Define class and object. Explain them with an example using java</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What is a method? Provide several signatures of the methods</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Difference between instance variable and a class variable</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Explain how to create instance of a class by giving an example</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What is a native method?</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Difference between a public and a non-public class</a:t>
            </a:r>
            <a:endParaRPr b="0" i="0" sz="1400" u="none" cap="none" strike="noStrike">
              <a:solidFill>
                <a:srgbClr val="000000"/>
              </a:solidFill>
              <a:latin typeface="Arial"/>
              <a:ea typeface="Arial"/>
              <a:cs typeface="Arial"/>
              <a:sym typeface="Arial"/>
            </a:endParaRPr>
          </a:p>
          <a:p>
            <a:pPr indent="-457200" lvl="0" marL="457200" marR="0" rtl="0" algn="l">
              <a:lnSpc>
                <a:spcPct val="14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How are this() used with constructors?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055" name="Google Shape;1055;p54"/>
          <p:cNvSpPr txBox="1"/>
          <p:nvPr>
            <p:ph type="title"/>
          </p:nvPr>
        </p:nvSpPr>
        <p:spPr>
          <a:xfrm>
            <a:off x="838200" y="76200"/>
            <a:ext cx="80010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2800"/>
              <a:buFont typeface="Calibri"/>
              <a:buNone/>
            </a:pPr>
            <a:r>
              <a:rPr b="1" i="0" lang="en-US" sz="2800" u="none">
                <a:solidFill>
                  <a:srgbClr val="262626"/>
                </a:solidFill>
                <a:latin typeface="Calibri"/>
                <a:ea typeface="Calibri"/>
                <a:cs typeface="Calibri"/>
                <a:sym typeface="Calibri"/>
              </a:rPr>
              <a:t>Interview Questions </a:t>
            </a:r>
            <a:endParaRPr/>
          </a:p>
        </p:txBody>
      </p:sp>
      <p:cxnSp>
        <p:nvCxnSpPr>
          <p:cNvPr id="1056" name="Google Shape;1056;p5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grpSp>
        <p:nvGrpSpPr>
          <p:cNvPr id="1057" name="Google Shape;1057;p54"/>
          <p:cNvGrpSpPr/>
          <p:nvPr/>
        </p:nvGrpSpPr>
        <p:grpSpPr>
          <a:xfrm>
            <a:off x="-76200" y="6515100"/>
            <a:ext cx="9296400" cy="342900"/>
            <a:chOff x="-76200" y="6515100"/>
            <a:chExt cx="9296400" cy="342900"/>
          </a:xfrm>
        </p:grpSpPr>
        <p:cxnSp>
          <p:nvCxnSpPr>
            <p:cNvPr id="1058" name="Google Shape;1058;p54"/>
            <p:cNvCxnSpPr/>
            <p:nvPr/>
          </p:nvCxnSpPr>
          <p:spPr>
            <a:xfrm>
              <a:off x="-76200" y="6553200"/>
              <a:ext cx="9296400" cy="0"/>
            </a:xfrm>
            <a:prstGeom prst="straightConnector1">
              <a:avLst/>
            </a:prstGeom>
            <a:noFill/>
            <a:ln cap="flat" cmpd="sng" w="25400">
              <a:solidFill>
                <a:schemeClr val="accent1"/>
              </a:solidFill>
              <a:prstDash val="solid"/>
              <a:miter lim="800000"/>
              <a:headEnd len="sm" w="sm" type="none"/>
              <a:tailEnd len="sm" w="sm" type="none"/>
            </a:ln>
            <a:effectLst>
              <a:outerShdw blurRad="63500" dir="5400000" dist="20000">
                <a:srgbClr val="808080">
                  <a:alpha val="37647"/>
                </a:srgbClr>
              </a:outerShdw>
            </a:effectLst>
          </p:spPr>
        </p:cxnSp>
        <p:sp>
          <p:nvSpPr>
            <p:cNvPr id="1059" name="Google Shape;1059;p54"/>
            <p:cNvSpPr txBox="1"/>
            <p:nvPr/>
          </p:nvSpPr>
          <p:spPr>
            <a:xfrm>
              <a:off x="381000" y="6515100"/>
              <a:ext cx="8402638"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26"/>
                </a:buClr>
                <a:buSzPts val="1600"/>
                <a:buFont typeface="Calibri"/>
                <a:buNone/>
              </a:pPr>
              <a:r>
                <a:rPr b="0" i="0" lang="en-US" sz="1600" u="none" cap="none" strike="noStrike">
                  <a:solidFill>
                    <a:srgbClr val="262626"/>
                  </a:solidFill>
                  <a:latin typeface="Calibri"/>
                  <a:ea typeface="Calibri"/>
                  <a:cs typeface="Calibri"/>
                  <a:sym typeface="Calibri"/>
                </a:rPr>
                <a:t>School of Computer Science &amp; Engineering</a:t>
              </a:r>
              <a:endParaRPr b="0" i="0" sz="1400" u="none" cap="none" strike="noStrike">
                <a:solidFill>
                  <a:srgbClr val="000000"/>
                </a:solidFill>
                <a:latin typeface="Arial"/>
                <a:ea typeface="Arial"/>
                <a:cs typeface="Arial"/>
                <a:sym typeface="Arial"/>
              </a:endParaRPr>
            </a:p>
          </p:txBody>
        </p:sp>
      </p:grpSp>
      <p:pic>
        <p:nvPicPr>
          <p:cNvPr descr="kle-tech-logo.png" id="1060" name="Google Shape;1060;p54"/>
          <p:cNvPicPr preferRelativeResize="0"/>
          <p:nvPr/>
        </p:nvPicPr>
        <p:blipFill rotWithShape="1">
          <a:blip r:embed="rId4">
            <a:alphaModFix/>
          </a:blip>
          <a:srcRect b="0" l="0" r="75985" t="0"/>
          <a:stretch/>
        </p:blipFill>
        <p:spPr>
          <a:xfrm>
            <a:off x="93662" y="109537"/>
            <a:ext cx="636587" cy="62071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5" name="Shape 1065"/>
        <p:cNvGrpSpPr/>
        <p:nvPr/>
      </p:nvGrpSpPr>
      <p:grpSpPr>
        <a:xfrm>
          <a:off x="0" y="0"/>
          <a:ext cx="0" cy="0"/>
          <a:chOff x="0" y="0"/>
          <a:chExt cx="0" cy="0"/>
        </a:xfrm>
      </p:grpSpPr>
      <p:sp>
        <p:nvSpPr>
          <p:cNvPr id="1066" name="Google Shape;1066;p55"/>
          <p:cNvSpPr txBox="1"/>
          <p:nvPr/>
        </p:nvSpPr>
        <p:spPr>
          <a:xfrm>
            <a:off x="228600" y="3124200"/>
            <a:ext cx="7315200" cy="1325496"/>
          </a:xfrm>
          <a:prstGeom prst="rect">
            <a:avLst/>
          </a:prstGeom>
          <a:noFill/>
          <a:ln>
            <a:noFill/>
          </a:ln>
        </p:spPr>
        <p:txBody>
          <a:bodyPr anchorCtr="0" anchor="ctr" bIns="45700" lIns="91425" spcFirstLastPara="1" rIns="91425" wrap="square" tIns="45700">
            <a:normAutofit/>
          </a:bodyPr>
          <a:lstStyle/>
          <a:p>
            <a:pPr indent="0" lvl="0" marL="0" marR="0" rtl="0" algn="l">
              <a:lnSpc>
                <a:spcPct val="87000"/>
              </a:lnSpc>
              <a:spcBef>
                <a:spcPts val="0"/>
              </a:spcBef>
              <a:spcAft>
                <a:spcPts val="0"/>
              </a:spcAft>
              <a:buClr>
                <a:srgbClr val="92D050"/>
              </a:buClr>
              <a:buSzPts val="3600"/>
              <a:buFont typeface="Calibri"/>
              <a:buNone/>
            </a:pPr>
            <a:br>
              <a:rPr b="0" i="0" lang="en-US" sz="3600" u="none" cap="none" strike="noStrike">
                <a:solidFill>
                  <a:srgbClr val="92D050"/>
                </a:solidFill>
                <a:latin typeface="Calibri"/>
                <a:ea typeface="Calibri"/>
                <a:cs typeface="Calibri"/>
                <a:sym typeface="Calibri"/>
              </a:rPr>
            </a:br>
            <a:r>
              <a:rPr b="1" i="0" lang="en-US" sz="3600" u="none" cap="none" strike="noStrike">
                <a:solidFill>
                  <a:srgbClr val="92D050"/>
                </a:solidFill>
                <a:latin typeface="Arial"/>
                <a:ea typeface="Arial"/>
                <a:cs typeface="Arial"/>
                <a:sym typeface="Arial"/>
              </a:rPr>
              <a:t>Let me know your suggestion</a:t>
            </a:r>
            <a:endParaRPr b="0" i="0" sz="1400" u="none" cap="none" strike="noStrike">
              <a:solidFill>
                <a:srgbClr val="000000"/>
              </a:solidFill>
              <a:latin typeface="Arial"/>
              <a:ea typeface="Arial"/>
              <a:cs typeface="Arial"/>
              <a:sym typeface="Arial"/>
            </a:endParaRPr>
          </a:p>
        </p:txBody>
      </p:sp>
      <p:pic>
        <p:nvPicPr>
          <p:cNvPr id="1067" name="Google Shape;1067;p55"/>
          <p:cNvPicPr preferRelativeResize="0"/>
          <p:nvPr/>
        </p:nvPicPr>
        <p:blipFill rotWithShape="1">
          <a:blip r:embed="rId3">
            <a:alphaModFix/>
          </a:blip>
          <a:srcRect b="0" l="0" r="0" t="0"/>
          <a:stretch/>
        </p:blipFill>
        <p:spPr>
          <a:xfrm>
            <a:off x="20637" y="20637"/>
            <a:ext cx="3498850" cy="2825750"/>
          </a:xfrm>
          <a:prstGeom prst="rect">
            <a:avLst/>
          </a:prstGeom>
          <a:noFill/>
          <a:ln>
            <a:noFill/>
          </a:ln>
        </p:spPr>
      </p:pic>
      <p:pic>
        <p:nvPicPr>
          <p:cNvPr id="1068" name="Google Shape;1068;p55"/>
          <p:cNvPicPr preferRelativeResize="0"/>
          <p:nvPr/>
        </p:nvPicPr>
        <p:blipFill rotWithShape="1">
          <a:blip r:embed="rId4">
            <a:alphaModFix/>
          </a:blip>
          <a:srcRect b="0" l="0" r="0" t="0"/>
          <a:stretch/>
        </p:blipFill>
        <p:spPr>
          <a:xfrm>
            <a:off x="3503612" y="20637"/>
            <a:ext cx="5624512" cy="2825750"/>
          </a:xfrm>
          <a:prstGeom prst="rect">
            <a:avLst/>
          </a:prstGeom>
          <a:noFill/>
          <a:ln>
            <a:noFill/>
          </a:ln>
        </p:spPr>
      </p:pic>
      <p:pic>
        <p:nvPicPr>
          <p:cNvPr id="1069" name="Google Shape;1069;p55"/>
          <p:cNvPicPr preferRelativeResize="0"/>
          <p:nvPr/>
        </p:nvPicPr>
        <p:blipFill rotWithShape="1">
          <a:blip r:embed="rId5">
            <a:alphaModFix/>
          </a:blip>
          <a:srcRect b="0" l="0" r="0" t="0"/>
          <a:stretch/>
        </p:blipFill>
        <p:spPr>
          <a:xfrm>
            <a:off x="23812" y="2819400"/>
            <a:ext cx="7669212" cy="2295525"/>
          </a:xfrm>
          <a:prstGeom prst="rect">
            <a:avLst/>
          </a:prstGeom>
          <a:noFill/>
          <a:ln>
            <a:noFill/>
          </a:ln>
        </p:spPr>
      </p:pic>
      <p:pic>
        <p:nvPicPr>
          <p:cNvPr id="1070" name="Google Shape;1070;p55"/>
          <p:cNvPicPr preferRelativeResize="0"/>
          <p:nvPr/>
        </p:nvPicPr>
        <p:blipFill rotWithShape="1">
          <a:blip r:embed="rId6">
            <a:alphaModFix/>
          </a:blip>
          <a:srcRect b="0" l="0" r="0" t="0"/>
          <a:stretch/>
        </p:blipFill>
        <p:spPr>
          <a:xfrm>
            <a:off x="7662862" y="2819400"/>
            <a:ext cx="1460500" cy="2293937"/>
          </a:xfrm>
          <a:prstGeom prst="rect">
            <a:avLst/>
          </a:prstGeom>
          <a:noFill/>
          <a:ln>
            <a:noFill/>
          </a:ln>
        </p:spPr>
      </p:pic>
      <p:sp>
        <p:nvSpPr>
          <p:cNvPr id="1071" name="Google Shape;1071;p55"/>
          <p:cNvSpPr txBox="1"/>
          <p:nvPr/>
        </p:nvSpPr>
        <p:spPr>
          <a:xfrm>
            <a:off x="8755062" y="2470150"/>
            <a:ext cx="304800" cy="152400"/>
          </a:xfrm>
          <a:prstGeom prst="rect">
            <a:avLst/>
          </a:prstGeom>
          <a:solidFill>
            <a:srgbClr val="F2741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072" name="Google Shape;1072;p55"/>
          <p:cNvGrpSpPr/>
          <p:nvPr/>
        </p:nvGrpSpPr>
        <p:grpSpPr>
          <a:xfrm>
            <a:off x="0" y="5089525"/>
            <a:ext cx="9144001" cy="1768475"/>
            <a:chOff x="0" y="5089818"/>
            <a:chExt cx="9144001" cy="1768182"/>
          </a:xfrm>
        </p:grpSpPr>
        <p:pic>
          <p:nvPicPr>
            <p:cNvPr id="1073" name="Google Shape;1073;p55"/>
            <p:cNvPicPr preferRelativeResize="0"/>
            <p:nvPr/>
          </p:nvPicPr>
          <p:blipFill rotWithShape="1">
            <a:blip r:embed="rId7">
              <a:alphaModFix/>
            </a:blip>
            <a:srcRect b="0" l="0" r="0" t="0"/>
            <a:stretch/>
          </p:blipFill>
          <p:spPr>
            <a:xfrm>
              <a:off x="24064" y="5089818"/>
              <a:ext cx="9098280" cy="1737360"/>
            </a:xfrm>
            <a:prstGeom prst="rect">
              <a:avLst/>
            </a:prstGeom>
            <a:noFill/>
            <a:ln>
              <a:noFill/>
            </a:ln>
          </p:spPr>
        </p:pic>
        <p:sp>
          <p:nvSpPr>
            <p:cNvPr id="1074" name="Google Shape;1074;p55"/>
            <p:cNvSpPr txBox="1"/>
            <p:nvPr/>
          </p:nvSpPr>
          <p:spPr>
            <a:xfrm>
              <a:off x="0" y="5181878"/>
              <a:ext cx="46038" cy="16761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5" name="Google Shape;1075;p55"/>
            <p:cNvSpPr txBox="1"/>
            <p:nvPr/>
          </p:nvSpPr>
          <p:spPr>
            <a:xfrm rot="5400000">
              <a:off x="4537875" y="2251874"/>
              <a:ext cx="68251" cy="9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6" name="Google Shape;1076;p55"/>
            <p:cNvSpPr txBox="1"/>
            <p:nvPr/>
          </p:nvSpPr>
          <p:spPr>
            <a:xfrm>
              <a:off x="9097963" y="5158070"/>
              <a:ext cx="46037" cy="16777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10"/>
                                        <p:tgtEl>
                                          <p:spTgt spid="1071"/>
                                        </p:tgtEl>
                                      </p:cBhvr>
                                    </p:animEffect>
                                    <p:set>
                                      <p:cBhvr>
                                        <p:cTn dur="1" fill="hold">
                                          <p:stCondLst>
                                            <p:cond delay="10"/>
                                          </p:stCondLst>
                                        </p:cTn>
                                        <p:tgtEl>
                                          <p:spTgt spid="1071"/>
                                        </p:tgtEl>
                                        <p:attrNameLst>
                                          <p:attrName>style.visibility</p:attrName>
                                        </p:attrNameLst>
                                      </p:cBhvr>
                                      <p:to>
                                        <p:strVal val="hidden"/>
                                      </p:to>
                                    </p:set>
                                  </p:childTnLst>
                                </p:cTn>
                              </p:par>
                              <p:par>
                                <p:cTn fill="hold" nodeType="withEffect" presetClass="exit" presetID="2" presetSubtype="8">
                                  <p:stCondLst>
                                    <p:cond delay="0"/>
                                  </p:stCondLst>
                                  <p:childTnLst>
                                    <p:anim calcmode="lin" valueType="num">
                                      <p:cBhvr additive="base">
                                        <p:cTn dur="750"/>
                                        <p:tgtEl>
                                          <p:spTgt spid="1067"/>
                                        </p:tgtEl>
                                        <p:attrNameLst>
                                          <p:attrName>ppt_x</p:attrName>
                                        </p:attrNameLst>
                                      </p:cBhvr>
                                      <p:tavLst>
                                        <p:tav fmla="" tm="0">
                                          <p:val>
                                            <p:strVal val="#ppt_x"/>
                                          </p:val>
                                        </p:tav>
                                        <p:tav fmla="" tm="100000">
                                          <p:val>
                                            <p:strVal val="#ppt_x-1"/>
                                          </p:val>
                                        </p:tav>
                                      </p:tavLst>
                                    </p:anim>
                                    <p:set>
                                      <p:cBhvr>
                                        <p:cTn dur="1" fill="hold">
                                          <p:stCondLst>
                                            <p:cond delay="750"/>
                                          </p:stCondLst>
                                        </p:cTn>
                                        <p:tgtEl>
                                          <p:spTgt spid="1067"/>
                                        </p:tgtEl>
                                        <p:attrNameLst>
                                          <p:attrName>style.visibility</p:attrName>
                                        </p:attrNameLst>
                                      </p:cBhvr>
                                      <p:to>
                                        <p:strVal val="hidden"/>
                                      </p:to>
                                    </p:set>
                                  </p:childTnLst>
                                </p:cTn>
                              </p:par>
                              <p:par>
                                <p:cTn fill="hold" nodeType="withEffect" presetClass="exit" presetID="2" presetSubtype="8">
                                  <p:stCondLst>
                                    <p:cond delay="0"/>
                                  </p:stCondLst>
                                  <p:childTnLst>
                                    <p:anim calcmode="lin" valueType="num">
                                      <p:cBhvr additive="base">
                                        <p:cTn dur="750"/>
                                        <p:tgtEl>
                                          <p:spTgt spid="1068"/>
                                        </p:tgtEl>
                                        <p:attrNameLst>
                                          <p:attrName>ppt_x</p:attrName>
                                        </p:attrNameLst>
                                      </p:cBhvr>
                                      <p:tavLst>
                                        <p:tav fmla="" tm="0">
                                          <p:val>
                                            <p:strVal val="#ppt_x"/>
                                          </p:val>
                                        </p:tav>
                                        <p:tav fmla="" tm="100000">
                                          <p:val>
                                            <p:strVal val="#ppt_x-1"/>
                                          </p:val>
                                        </p:tav>
                                      </p:tavLst>
                                    </p:anim>
                                    <p:set>
                                      <p:cBhvr>
                                        <p:cTn dur="1" fill="hold">
                                          <p:stCondLst>
                                            <p:cond delay="750"/>
                                          </p:stCondLst>
                                        </p:cTn>
                                        <p:tgtEl>
                                          <p:spTgt spid="1068"/>
                                        </p:tgtEl>
                                        <p:attrNameLst>
                                          <p:attrName>style.visibility</p:attrName>
                                        </p:attrNameLst>
                                      </p:cBhvr>
                                      <p:to>
                                        <p:strVal val="hidden"/>
                                      </p:to>
                                    </p:set>
                                  </p:childTnLst>
                                </p:cTn>
                              </p:par>
                              <p:par>
                                <p:cTn fill="hold" nodeType="withEffect" presetClass="exit" presetID="2" presetSubtype="8">
                                  <p:stCondLst>
                                    <p:cond delay="0"/>
                                  </p:stCondLst>
                                  <p:childTnLst>
                                    <p:anim calcmode="lin" valueType="num">
                                      <p:cBhvr additive="base">
                                        <p:cTn dur="750"/>
                                        <p:tgtEl>
                                          <p:spTgt spid="1069"/>
                                        </p:tgtEl>
                                        <p:attrNameLst>
                                          <p:attrName>ppt_x</p:attrName>
                                        </p:attrNameLst>
                                      </p:cBhvr>
                                      <p:tavLst>
                                        <p:tav fmla="" tm="0">
                                          <p:val>
                                            <p:strVal val="#ppt_x"/>
                                          </p:val>
                                        </p:tav>
                                        <p:tav fmla="" tm="100000">
                                          <p:val>
                                            <p:strVal val="#ppt_x-1"/>
                                          </p:val>
                                        </p:tav>
                                      </p:tavLst>
                                    </p:anim>
                                    <p:set>
                                      <p:cBhvr>
                                        <p:cTn dur="1" fill="hold">
                                          <p:stCondLst>
                                            <p:cond delay="750"/>
                                          </p:stCondLst>
                                        </p:cTn>
                                        <p:tgtEl>
                                          <p:spTgt spid="1069"/>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750"/>
                                        <p:tgtEl>
                                          <p:spTgt spid="1070"/>
                                        </p:tgtEl>
                                        <p:attrNameLst>
                                          <p:attrName>ppt_x</p:attrName>
                                        </p:attrNameLst>
                                      </p:cBhvr>
                                      <p:tavLst>
                                        <p:tav fmla="" tm="0">
                                          <p:val>
                                            <p:strVal val="#ppt_x"/>
                                          </p:val>
                                        </p:tav>
                                        <p:tav fmla="" tm="100000">
                                          <p:val>
                                            <p:strVal val="#ppt_x+1"/>
                                          </p:val>
                                        </p:tav>
                                      </p:tavLst>
                                    </p:anim>
                                    <p:set>
                                      <p:cBhvr>
                                        <p:cTn dur="1" fill="hold">
                                          <p:stCondLst>
                                            <p:cond delay="750"/>
                                          </p:stCondLst>
                                        </p:cTn>
                                        <p:tgtEl>
                                          <p:spTgt spid="107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3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7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1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6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4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2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23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24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25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4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28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7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13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15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2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17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19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5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9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xmlns:r="http://schemas.openxmlformats.org/officeDocument/2006/relationships" name="16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3.xml><?xml version="1.0" encoding="utf-8"?>
<a:theme xmlns:a="http://schemas.openxmlformats.org/drawingml/2006/main" xmlns:r="http://schemas.openxmlformats.org/officeDocument/2006/relationships" name="11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4.xml><?xml version="1.0" encoding="utf-8"?>
<a:theme xmlns:a="http://schemas.openxmlformats.org/drawingml/2006/main" xmlns:r="http://schemas.openxmlformats.org/officeDocument/2006/relationships" name="29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5.xml><?xml version="1.0" encoding="utf-8"?>
<a:theme xmlns:a="http://schemas.openxmlformats.org/drawingml/2006/main" xmlns:r="http://schemas.openxmlformats.org/officeDocument/2006/relationships" name="26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6.xml><?xml version="1.0" encoding="utf-8"?>
<a:theme xmlns:a="http://schemas.openxmlformats.org/drawingml/2006/main" xmlns:r="http://schemas.openxmlformats.org/officeDocument/2006/relationships" name="10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7.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8.xml><?xml version="1.0" encoding="utf-8"?>
<a:theme xmlns:a="http://schemas.openxmlformats.org/drawingml/2006/main" xmlns:r="http://schemas.openxmlformats.org/officeDocument/2006/relationships" name="18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9.xml><?xml version="1.0" encoding="utf-8"?>
<a:theme xmlns:a="http://schemas.openxmlformats.org/drawingml/2006/main" xmlns:r="http://schemas.openxmlformats.org/officeDocument/2006/relationships" name="8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0.xml><?xml version="1.0" encoding="utf-8"?>
<a:theme xmlns:a="http://schemas.openxmlformats.org/drawingml/2006/main" xmlns:r="http://schemas.openxmlformats.org/officeDocument/2006/relationships" name="12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1.xml><?xml version="1.0" encoding="utf-8"?>
<a:theme xmlns:a="http://schemas.openxmlformats.org/drawingml/2006/main" xmlns:r="http://schemas.openxmlformats.org/officeDocument/2006/relationships" name="20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2010-05-03T20:57:59Z</dcterms:created>
</cp:coreProperties>
</file>