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26.xml"/>
  <Override ContentType="application/vnd.openxmlformats-officedocument.presentationml.slideMaster+xml" PartName="/ppt/slideMasters/slideMaster13.xml"/>
  <Override ContentType="application/vnd.openxmlformats-officedocument.presentationml.slideMaster+xml" PartName="/ppt/slideMasters/slideMaster21.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5.xml"/>
  <Override ContentType="application/vnd.openxmlformats-officedocument.presentationml.slideMaster+xml" PartName="/ppt/slideMasters/slideMaster19.xml"/>
  <Override ContentType="application/vnd.openxmlformats-officedocument.presentationml.slideMaster+xml" PartName="/ppt/slideMasters/slideMaster12.xml"/>
  <Override ContentType="application/vnd.openxmlformats-officedocument.presentationml.slideMaster+xml" PartName="/ppt/slideMasters/slideMaster28.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20.xml"/>
  <Override ContentType="application/vnd.openxmlformats-officedocument.presentationml.slideMaster+xml" PartName="/ppt/slideMasters/slideMaster2.xml"/>
  <Override ContentType="application/vnd.openxmlformats-officedocument.presentationml.slideMaster+xml" PartName="/ppt/slideMasters/slideMaster24.xml"/>
  <Override ContentType="application/vnd.openxmlformats-officedocument.presentationml.slideMaster+xml" PartName="/ppt/slideMasters/slideMaster11.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23.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27.xml"/>
  <Override ContentType="application/vnd.openxmlformats-officedocument.presentationml.slideMaster+xml" PartName="/ppt/slideMasters/slideMaster22.xml"/>
  <Override ContentType="application/vnd.openxmlformats-officedocument.presentationml.slideMaster+xml" PartName="/ppt/slideMasters/slideMaster6.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0.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24.xml"/>
  <Override ContentType="application/vnd.openxmlformats-officedocument.theme+xml" PartName="/ppt/theme/theme5.xml"/>
  <Override ContentType="application/vnd.openxmlformats-officedocument.theme+xml" PartName="/ppt/theme/theme26.xml"/>
  <Override ContentType="application/vnd.openxmlformats-officedocument.theme+xml" PartName="/ppt/theme/theme7.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23.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27.xml"/>
  <Override ContentType="application/vnd.openxmlformats-officedocument.theme+xml" PartName="/ppt/theme/theme14.xml"/>
  <Override ContentType="application/vnd.openxmlformats-officedocument.theme+xml" PartName="/ppt/theme/theme19.xml"/>
  <Override ContentType="application/vnd.openxmlformats-officedocument.theme+xml" PartName="/ppt/theme/theme22.xml"/>
  <Override ContentType="application/vnd.openxmlformats-officedocument.theme+xml" PartName="/ppt/theme/theme3.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28.xml"/>
  <Override ContentType="application/vnd.openxmlformats-officedocument.theme+xml" PartName="/ppt/theme/theme21.xml"/>
  <Override ContentType="application/vnd.openxmlformats-officedocument.theme+xml" PartName="/ppt/theme/theme2.xml"/>
  <Override ContentType="application/vnd.openxmlformats-officedocument.theme+xml" PartName="/ppt/theme/theme29.xml"/>
  <Override ContentType="application/vnd.openxmlformats-officedocument.theme+xml" PartName="/ppt/theme/theme16.xml"/>
  <Override ContentType="application/vnd.openxmlformats-officedocument.theme+xml" PartName="/ppt/theme/theme25.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0" r:id="rId6"/>
    <p:sldMasterId id="2147483652" r:id="rId7"/>
    <p:sldMasterId id="2147483653" r:id="rId8"/>
    <p:sldMasterId id="2147483654" r:id="rId9"/>
    <p:sldMasterId id="2147483656" r:id="rId10"/>
    <p:sldMasterId id="2147483658" r:id="rId11"/>
    <p:sldMasterId id="2147483660" r:id="rId12"/>
    <p:sldMasterId id="2147483662" r:id="rId13"/>
    <p:sldMasterId id="2147483664" r:id="rId14"/>
    <p:sldMasterId id="2147483666" r:id="rId15"/>
    <p:sldMasterId id="2147483668" r:id="rId16"/>
    <p:sldMasterId id="2147483670" r:id="rId17"/>
    <p:sldMasterId id="2147483672" r:id="rId18"/>
    <p:sldMasterId id="2147483674" r:id="rId19"/>
    <p:sldMasterId id="2147483676" r:id="rId20"/>
    <p:sldMasterId id="2147483678" r:id="rId21"/>
    <p:sldMasterId id="2147483680" r:id="rId22"/>
    <p:sldMasterId id="2147483682" r:id="rId23"/>
    <p:sldMasterId id="2147483684" r:id="rId24"/>
    <p:sldMasterId id="2147483686" r:id="rId25"/>
    <p:sldMasterId id="2147483688" r:id="rId26"/>
    <p:sldMasterId id="2147483690" r:id="rId27"/>
    <p:sldMasterId id="2147483692" r:id="rId28"/>
    <p:sldMasterId id="2147483694" r:id="rId29"/>
    <p:sldMasterId id="2147483696" r:id="rId30"/>
    <p:sldMasterId id="2147483698" r:id="rId31"/>
    <p:sldMasterId id="2147483700" r:id="rId32"/>
  </p:sldMasterIdLst>
  <p:notesMasterIdLst>
    <p:notesMasterId r:id="rId33"/>
  </p:notesMasterIdLst>
  <p:sldIdLst>
    <p:sldId id="256" r:id="rId34"/>
    <p:sldId id="257" r:id="rId35"/>
    <p:sldId id="258" r:id="rId36"/>
    <p:sldId id="259" r:id="rId37"/>
    <p:sldId id="260" r:id="rId38"/>
    <p:sldId id="261" r:id="rId39"/>
    <p:sldId id="262" r:id="rId40"/>
    <p:sldId id="263" r:id="rId41"/>
    <p:sldId id="264" r:id="rId42"/>
    <p:sldId id="265" r:id="rId43"/>
    <p:sldId id="266" r:id="rId44"/>
    <p:sldId id="267" r:id="rId45"/>
    <p:sldId id="268" r:id="rId46"/>
    <p:sldId id="269" r:id="rId47"/>
    <p:sldId id="270" r:id="rId48"/>
    <p:sldId id="271" r:id="rId49"/>
    <p:sldId id="272" r:id="rId50"/>
    <p:sldId id="273" r:id="rId51"/>
    <p:sldId id="274" r:id="rId52"/>
    <p:sldId id="275" r:id="rId53"/>
    <p:sldId id="276" r:id="rId54"/>
    <p:sldId id="277" r:id="rId55"/>
    <p:sldId id="278" r:id="rId56"/>
    <p:sldId id="279" r:id="rId57"/>
    <p:sldId id="280" r:id="rId58"/>
    <p:sldId id="281" r:id="rId59"/>
    <p:sldId id="282" r:id="rId60"/>
    <p:sldId id="283" r:id="rId6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2" roundtripDataSignature="AMtx7mjZOsv/wNnIliI06Kk+z1TQUlIu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84EA12B-35FD-42EC-8299-625868D8A475}">
  <a:tblStyle styleId="{284EA12B-35FD-42EC-8299-625868D8A47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7.xml"/><Relationship Id="rId42" Type="http://schemas.openxmlformats.org/officeDocument/2006/relationships/slide" Target="slides/slide9.xml"/><Relationship Id="rId41" Type="http://schemas.openxmlformats.org/officeDocument/2006/relationships/slide" Target="slides/slide8.xml"/><Relationship Id="rId44" Type="http://schemas.openxmlformats.org/officeDocument/2006/relationships/slide" Target="slides/slide11.xml"/><Relationship Id="rId43" Type="http://schemas.openxmlformats.org/officeDocument/2006/relationships/slide" Target="slides/slide10.xml"/><Relationship Id="rId46" Type="http://schemas.openxmlformats.org/officeDocument/2006/relationships/slide" Target="slides/slide13.xml"/><Relationship Id="rId45" Type="http://schemas.openxmlformats.org/officeDocument/2006/relationships/slide" Target="slides/slide12.xml"/><Relationship Id="rId1" Type="http://schemas.openxmlformats.org/officeDocument/2006/relationships/theme" Target="theme/theme28.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15.xml"/><Relationship Id="rId47" Type="http://schemas.openxmlformats.org/officeDocument/2006/relationships/slide" Target="slides/slide14.xml"/><Relationship Id="rId49" Type="http://schemas.openxmlformats.org/officeDocument/2006/relationships/slide" Target="slides/slide16.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Master" Target="slideMasters/slideMaster27.xml"/><Relationship Id="rId30" Type="http://schemas.openxmlformats.org/officeDocument/2006/relationships/slideMaster" Target="slideMasters/slideMaster26.xml"/><Relationship Id="rId33" Type="http://schemas.openxmlformats.org/officeDocument/2006/relationships/notesMaster" Target="notesMasters/notesMaster1.xml"/><Relationship Id="rId32" Type="http://schemas.openxmlformats.org/officeDocument/2006/relationships/slideMaster" Target="slideMasters/slideMaster28.xml"/><Relationship Id="rId35" Type="http://schemas.openxmlformats.org/officeDocument/2006/relationships/slide" Target="slides/slide2.xml"/><Relationship Id="rId34" Type="http://schemas.openxmlformats.org/officeDocument/2006/relationships/slide" Target="slides/slide1.xml"/><Relationship Id="rId37" Type="http://schemas.openxmlformats.org/officeDocument/2006/relationships/slide" Target="slides/slide4.xml"/><Relationship Id="rId36" Type="http://schemas.openxmlformats.org/officeDocument/2006/relationships/slide" Target="slides/slide3.xml"/><Relationship Id="rId39" Type="http://schemas.openxmlformats.org/officeDocument/2006/relationships/slide" Target="slides/slide6.xml"/><Relationship Id="rId38" Type="http://schemas.openxmlformats.org/officeDocument/2006/relationships/slide" Target="slides/slide5.xml"/><Relationship Id="rId62" Type="http://customschemas.google.com/relationships/presentationmetadata" Target="metadata"/><Relationship Id="rId61" Type="http://schemas.openxmlformats.org/officeDocument/2006/relationships/slide" Target="slides/slide28.xml"/><Relationship Id="rId20" Type="http://schemas.openxmlformats.org/officeDocument/2006/relationships/slideMaster" Target="slideMasters/slideMaster16.xml"/><Relationship Id="rId22" Type="http://schemas.openxmlformats.org/officeDocument/2006/relationships/slideMaster" Target="slideMasters/slideMaster18.xml"/><Relationship Id="rId21" Type="http://schemas.openxmlformats.org/officeDocument/2006/relationships/slideMaster" Target="slideMasters/slideMaster17.xml"/><Relationship Id="rId24" Type="http://schemas.openxmlformats.org/officeDocument/2006/relationships/slideMaster" Target="slideMasters/slideMaster20.xml"/><Relationship Id="rId23" Type="http://schemas.openxmlformats.org/officeDocument/2006/relationships/slideMaster" Target="slideMasters/slideMaster19.xml"/><Relationship Id="rId60" Type="http://schemas.openxmlformats.org/officeDocument/2006/relationships/slide" Target="slides/slide27.xml"/><Relationship Id="rId26" Type="http://schemas.openxmlformats.org/officeDocument/2006/relationships/slideMaster" Target="slideMasters/slideMaster22.xml"/><Relationship Id="rId25" Type="http://schemas.openxmlformats.org/officeDocument/2006/relationships/slideMaster" Target="slideMasters/slideMaster21.xml"/><Relationship Id="rId28" Type="http://schemas.openxmlformats.org/officeDocument/2006/relationships/slideMaster" Target="slideMasters/slideMaster24.xml"/><Relationship Id="rId27" Type="http://schemas.openxmlformats.org/officeDocument/2006/relationships/slideMaster" Target="slideMasters/slideMaster23.xml"/><Relationship Id="rId29" Type="http://schemas.openxmlformats.org/officeDocument/2006/relationships/slideMaster" Target="slideMasters/slideMaster25.xml"/><Relationship Id="rId51" Type="http://schemas.openxmlformats.org/officeDocument/2006/relationships/slide" Target="slides/slide18.xml"/><Relationship Id="rId50" Type="http://schemas.openxmlformats.org/officeDocument/2006/relationships/slide" Target="slides/slide17.xml"/><Relationship Id="rId53" Type="http://schemas.openxmlformats.org/officeDocument/2006/relationships/slide" Target="slides/slide20.xml"/><Relationship Id="rId52" Type="http://schemas.openxmlformats.org/officeDocument/2006/relationships/slide" Target="slides/slide19.xml"/><Relationship Id="rId11" Type="http://schemas.openxmlformats.org/officeDocument/2006/relationships/slideMaster" Target="slideMasters/slideMaster7.xml"/><Relationship Id="rId55" Type="http://schemas.openxmlformats.org/officeDocument/2006/relationships/slide" Target="slides/slide22.xml"/><Relationship Id="rId10" Type="http://schemas.openxmlformats.org/officeDocument/2006/relationships/slideMaster" Target="slideMasters/slideMaster6.xml"/><Relationship Id="rId54" Type="http://schemas.openxmlformats.org/officeDocument/2006/relationships/slide" Target="slides/slide21.xml"/><Relationship Id="rId13" Type="http://schemas.openxmlformats.org/officeDocument/2006/relationships/slideMaster" Target="slideMasters/slideMaster9.xml"/><Relationship Id="rId57" Type="http://schemas.openxmlformats.org/officeDocument/2006/relationships/slide" Target="slides/slide24.xml"/><Relationship Id="rId12" Type="http://schemas.openxmlformats.org/officeDocument/2006/relationships/slideMaster" Target="slideMasters/slideMaster8.xml"/><Relationship Id="rId56" Type="http://schemas.openxmlformats.org/officeDocument/2006/relationships/slide" Target="slides/slide23.xml"/><Relationship Id="rId15" Type="http://schemas.openxmlformats.org/officeDocument/2006/relationships/slideMaster" Target="slideMasters/slideMaster11.xml"/><Relationship Id="rId59" Type="http://schemas.openxmlformats.org/officeDocument/2006/relationships/slide" Target="slides/slide26.xml"/><Relationship Id="rId14" Type="http://schemas.openxmlformats.org/officeDocument/2006/relationships/slideMaster" Target="slideMasters/slideMaster10.xml"/><Relationship Id="rId58" Type="http://schemas.openxmlformats.org/officeDocument/2006/relationships/slide" Target="slides/slide25.xml"/><Relationship Id="rId17" Type="http://schemas.openxmlformats.org/officeDocument/2006/relationships/slideMaster" Target="slideMasters/slideMaster13.xml"/><Relationship Id="rId16" Type="http://schemas.openxmlformats.org/officeDocument/2006/relationships/slideMaster" Target="slideMasters/slideMaster12.xml"/><Relationship Id="rId19" Type="http://schemas.openxmlformats.org/officeDocument/2006/relationships/slideMaster" Target="slideMasters/slideMaster15.xml"/><Relationship Id="rId18" Type="http://schemas.openxmlformats.org/officeDocument/2006/relationships/slideMaster" Target="slideMasters/slideMaster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1" name="Shape 21"/>
        <p:cNvGrpSpPr/>
        <p:nvPr/>
      </p:nvGrpSpPr>
      <p:grpSpPr>
        <a:xfrm>
          <a:off x="0" y="0"/>
          <a:ext cx="0" cy="0"/>
          <a:chOff x="0" y="0"/>
          <a:chExt cx="0" cy="0"/>
        </a:xfrm>
      </p:grpSpPr>
      <p:sp>
        <p:nvSpPr>
          <p:cNvPr id="22" name="Google Shape;22;p30"/>
          <p:cNvSpPr txBox="1"/>
          <p:nvPr>
            <p:ph idx="1" type="body"/>
          </p:nvPr>
        </p:nvSpPr>
        <p:spPr>
          <a:xfrm>
            <a:off x="3581400" y="1295400"/>
            <a:ext cx="5105400" cy="1416269"/>
          </a:xfrm>
          <a:prstGeom prst="rect">
            <a:avLst/>
          </a:prstGeom>
          <a:noFill/>
          <a:ln>
            <a:noFill/>
          </a:ln>
        </p:spPr>
        <p:txBody>
          <a:bodyPr anchorCtr="0" anchor="b" bIns="45700" lIns="91425" spcFirstLastPara="1" rIns="91425" wrap="square" tIns="45700">
            <a:normAutofit/>
          </a:bodyPr>
          <a:lstStyle>
            <a:lvl1pPr indent="-228600" lvl="0" marL="457200" algn="r">
              <a:spcBef>
                <a:spcPts val="440"/>
              </a:spcBef>
              <a:spcAft>
                <a:spcPts val="0"/>
              </a:spcAft>
              <a:buClr>
                <a:srgbClr val="5B5B5B"/>
              </a:buClr>
              <a:buSzPts val="2200"/>
              <a:buNone/>
              <a:defRPr sz="2200">
                <a:solidFill>
                  <a:srgbClr val="5B5B5B"/>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 name="Google Shape;23;p30"/>
          <p:cNvSpPr txBox="1"/>
          <p:nvPr>
            <p:ph type="title"/>
          </p:nvPr>
        </p:nvSpPr>
        <p:spPr>
          <a:xfrm>
            <a:off x="106344" y="4114800"/>
            <a:ext cx="7315200" cy="914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SzPts val="1400"/>
              <a:buNone/>
              <a:defRPr b="1" sz="3600">
                <a:solidFill>
                  <a:schemeClr val="lt1"/>
                </a:solidFill>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32"/>
          <p:cNvSpPr txBox="1"/>
          <p:nvPr>
            <p:ph type="title"/>
          </p:nvPr>
        </p:nvSpPr>
        <p:spPr>
          <a:xfrm>
            <a:off x="436180" y="76200"/>
            <a:ext cx="8403020" cy="685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0" sz="3000">
                <a:solidFill>
                  <a:srgbClr val="464646"/>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rgbClr val="464646"/>
              </a:buClr>
              <a:buSzPts val="3200"/>
              <a:buChar char="•"/>
              <a:defRPr>
                <a:solidFill>
                  <a:srgbClr val="464646"/>
                </a:solidFill>
              </a:defRPr>
            </a:lvl1pPr>
            <a:lvl2pPr indent="-406400" lvl="1" marL="914400" algn="l">
              <a:spcBef>
                <a:spcPts val="560"/>
              </a:spcBef>
              <a:spcAft>
                <a:spcPts val="0"/>
              </a:spcAft>
              <a:buClr>
                <a:srgbClr val="464646"/>
              </a:buClr>
              <a:buSzPts val="2800"/>
              <a:buChar char="–"/>
              <a:defRPr>
                <a:solidFill>
                  <a:srgbClr val="464646"/>
                </a:solidFill>
              </a:defRPr>
            </a:lvl2pPr>
            <a:lvl3pPr indent="-381000" lvl="2" marL="1371600" algn="l">
              <a:spcBef>
                <a:spcPts val="480"/>
              </a:spcBef>
              <a:spcAft>
                <a:spcPts val="0"/>
              </a:spcAft>
              <a:buClr>
                <a:srgbClr val="464646"/>
              </a:buClr>
              <a:buSzPts val="2400"/>
              <a:buChar char="•"/>
              <a:defRPr>
                <a:solidFill>
                  <a:srgbClr val="464646"/>
                </a:solidFill>
              </a:defRPr>
            </a:lvl3pPr>
            <a:lvl4pPr indent="-355600" lvl="3" marL="1828800" algn="l">
              <a:spcBef>
                <a:spcPts val="400"/>
              </a:spcBef>
              <a:spcAft>
                <a:spcPts val="0"/>
              </a:spcAft>
              <a:buClr>
                <a:srgbClr val="464646"/>
              </a:buClr>
              <a:buSzPts val="2000"/>
              <a:buChar char="–"/>
              <a:defRPr>
                <a:solidFill>
                  <a:srgbClr val="464646"/>
                </a:solidFill>
              </a:defRPr>
            </a:lvl4pPr>
            <a:lvl5pPr indent="-355600" lvl="4" marL="2286000" algn="l">
              <a:spcBef>
                <a:spcPts val="400"/>
              </a:spcBef>
              <a:spcAft>
                <a:spcPts val="0"/>
              </a:spcAft>
              <a:buClr>
                <a:srgbClr val="464646"/>
              </a:buClr>
              <a:buSzPts val="2000"/>
              <a:buChar char="»"/>
              <a:defRPr>
                <a:solidFill>
                  <a:srgbClr val="464646"/>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7" name="Google Shape;3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47474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62" name="Shape 62"/>
        <p:cNvGrpSpPr/>
        <p:nvPr/>
      </p:nvGrpSpPr>
      <p:grpSpPr>
        <a:xfrm>
          <a:off x="0" y="0"/>
          <a:ext cx="0" cy="0"/>
          <a:chOff x="0" y="0"/>
          <a:chExt cx="0" cy="0"/>
        </a:xfrm>
      </p:grpSpPr>
      <p:sp>
        <p:nvSpPr>
          <p:cNvPr id="63" name="Google Shape;63;p36"/>
          <p:cNvSpPr txBox="1"/>
          <p:nvPr>
            <p:ph type="title"/>
          </p:nvPr>
        </p:nvSpPr>
        <p:spPr>
          <a:xfrm>
            <a:off x="2971800" y="1992354"/>
            <a:ext cx="5867400" cy="1970046"/>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3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36"/>
          <p:cNvSpPr txBox="1"/>
          <p:nvPr>
            <p:ph idx="1" type="body"/>
          </p:nvPr>
        </p:nvSpPr>
        <p:spPr>
          <a:xfrm>
            <a:off x="381000" y="5105400"/>
            <a:ext cx="8229601" cy="375787"/>
          </a:xfrm>
          <a:prstGeom prst="rect">
            <a:avLst/>
          </a:prstGeom>
          <a:noFill/>
          <a:ln>
            <a:noFill/>
          </a:ln>
        </p:spPr>
        <p:txBody>
          <a:bodyPr anchorCtr="0" anchor="b" bIns="45700" lIns="91425" spcFirstLastPara="1" rIns="91425" wrap="square" tIns="45700">
            <a:normAutofit/>
          </a:bodyPr>
          <a:lstStyle>
            <a:lvl1pPr indent="-228600" lvl="0" marL="457200" algn="r">
              <a:spcBef>
                <a:spcPts val="360"/>
              </a:spcBef>
              <a:spcAft>
                <a:spcPts val="0"/>
              </a:spcAft>
              <a:buClr>
                <a:srgbClr val="717171"/>
              </a:buClr>
              <a:buSzPts val="1800"/>
              <a:buNone/>
              <a:defRPr sz="1800">
                <a:solidFill>
                  <a:srgbClr val="717171"/>
                </a:solidFill>
              </a:defRPr>
            </a:lvl1pPr>
            <a:lvl2pPr indent="-228600" lvl="1" marL="914400" algn="l">
              <a:spcBef>
                <a:spcPts val="360"/>
              </a:spcBef>
              <a:spcAft>
                <a:spcPts val="0"/>
              </a:spcAft>
              <a:buClr>
                <a:srgbClr val="8B8B8B"/>
              </a:buClr>
              <a:buSzPts val="1800"/>
              <a:buNone/>
              <a:defRPr sz="1800">
                <a:solidFill>
                  <a:srgbClr val="8B8B8B"/>
                </a:solidFill>
              </a:defRPr>
            </a:lvl2pPr>
            <a:lvl3pPr indent="-228600" lvl="2" marL="1371600" algn="l">
              <a:spcBef>
                <a:spcPts val="320"/>
              </a:spcBef>
              <a:spcAft>
                <a:spcPts val="0"/>
              </a:spcAft>
              <a:buClr>
                <a:srgbClr val="8B8B8B"/>
              </a:buClr>
              <a:buSzPts val="1600"/>
              <a:buNone/>
              <a:defRPr sz="1600">
                <a:solidFill>
                  <a:srgbClr val="8B8B8B"/>
                </a:solidFill>
              </a:defRPr>
            </a:lvl3pPr>
            <a:lvl4pPr indent="-228600" lvl="3" marL="1828800" algn="l">
              <a:spcBef>
                <a:spcPts val="280"/>
              </a:spcBef>
              <a:spcAft>
                <a:spcPts val="0"/>
              </a:spcAft>
              <a:buClr>
                <a:srgbClr val="8B8B8B"/>
              </a:buClr>
              <a:buSzPts val="1400"/>
              <a:buNone/>
              <a:defRPr sz="1400">
                <a:solidFill>
                  <a:srgbClr val="8B8B8B"/>
                </a:solidFill>
              </a:defRPr>
            </a:lvl4pPr>
            <a:lvl5pPr indent="-228600" lvl="4" marL="2286000" algn="l">
              <a:spcBef>
                <a:spcPts val="280"/>
              </a:spcBef>
              <a:spcAft>
                <a:spcPts val="0"/>
              </a:spcAft>
              <a:buClr>
                <a:srgbClr val="8B8B8B"/>
              </a:buClr>
              <a:buSzPts val="1400"/>
              <a:buNone/>
              <a:defRPr sz="1400">
                <a:solidFill>
                  <a:srgbClr val="8B8B8B"/>
                </a:solidFill>
              </a:defRPr>
            </a:lvl5pPr>
            <a:lvl6pPr indent="-228600" lvl="5" marL="2743200" algn="l">
              <a:spcBef>
                <a:spcPts val="280"/>
              </a:spcBef>
              <a:spcAft>
                <a:spcPts val="0"/>
              </a:spcAft>
              <a:buClr>
                <a:srgbClr val="8B8B8B"/>
              </a:buClr>
              <a:buSzPts val="1400"/>
              <a:buNone/>
              <a:defRPr sz="1400">
                <a:solidFill>
                  <a:srgbClr val="8B8B8B"/>
                </a:solidFill>
              </a:defRPr>
            </a:lvl6pPr>
            <a:lvl7pPr indent="-228600" lvl="6" marL="3200400" algn="l">
              <a:spcBef>
                <a:spcPts val="280"/>
              </a:spcBef>
              <a:spcAft>
                <a:spcPts val="0"/>
              </a:spcAft>
              <a:buClr>
                <a:srgbClr val="8B8B8B"/>
              </a:buClr>
              <a:buSzPts val="1400"/>
              <a:buNone/>
              <a:defRPr sz="1400">
                <a:solidFill>
                  <a:srgbClr val="8B8B8B"/>
                </a:solidFill>
              </a:defRPr>
            </a:lvl7pPr>
            <a:lvl8pPr indent="-228600" lvl="7" marL="3657600" algn="l">
              <a:spcBef>
                <a:spcPts val="280"/>
              </a:spcBef>
              <a:spcAft>
                <a:spcPts val="0"/>
              </a:spcAft>
              <a:buClr>
                <a:srgbClr val="8B8B8B"/>
              </a:buClr>
              <a:buSzPts val="1400"/>
              <a:buNone/>
              <a:defRPr sz="1400">
                <a:solidFill>
                  <a:srgbClr val="8B8B8B"/>
                </a:solidFill>
              </a:defRPr>
            </a:lvl8pPr>
            <a:lvl9pPr indent="-228600" lvl="8" marL="4114800" algn="l">
              <a:spcBef>
                <a:spcPts val="280"/>
              </a:spcBef>
              <a:spcAft>
                <a:spcPts val="0"/>
              </a:spcAft>
              <a:buClr>
                <a:srgbClr val="8B8B8B"/>
              </a:buClr>
              <a:buSzPts val="1400"/>
              <a:buNone/>
              <a:defRPr sz="1400">
                <a:solidFill>
                  <a:srgbClr val="8B8B8B"/>
                </a:solidFill>
              </a:defRPr>
            </a:lvl9pPr>
          </a:lstStyle>
          <a:p/>
        </p:txBody>
      </p:sp>
      <p:sp>
        <p:nvSpPr>
          <p:cNvPr id="65" name="Google Shape;65;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74" name="Shape 74"/>
        <p:cNvGrpSpPr/>
        <p:nvPr/>
      </p:nvGrpSpPr>
      <p:grpSpPr>
        <a:xfrm>
          <a:off x="0" y="0"/>
          <a:ext cx="0" cy="0"/>
          <a:chOff x="0" y="0"/>
          <a:chExt cx="0" cy="0"/>
        </a:xfrm>
      </p:grpSpPr>
      <p:sp>
        <p:nvSpPr>
          <p:cNvPr id="75" name="Google Shape;75;p38"/>
          <p:cNvSpPr txBox="1"/>
          <p:nvPr>
            <p:ph type="title"/>
          </p:nvPr>
        </p:nvSpPr>
        <p:spPr>
          <a:xfrm>
            <a:off x="436180" y="76200"/>
            <a:ext cx="8403020" cy="685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0" sz="3000">
                <a:solidFill>
                  <a:srgbClr val="464646"/>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3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rgbClr val="464646"/>
              </a:buClr>
              <a:buSzPts val="3200"/>
              <a:buChar char="•"/>
              <a:defRPr>
                <a:solidFill>
                  <a:srgbClr val="464646"/>
                </a:solidFill>
              </a:defRPr>
            </a:lvl1pPr>
            <a:lvl2pPr indent="-406400" lvl="1" marL="914400" algn="l">
              <a:spcBef>
                <a:spcPts val="560"/>
              </a:spcBef>
              <a:spcAft>
                <a:spcPts val="0"/>
              </a:spcAft>
              <a:buClr>
                <a:srgbClr val="464646"/>
              </a:buClr>
              <a:buSzPts val="2800"/>
              <a:buChar char="–"/>
              <a:defRPr>
                <a:solidFill>
                  <a:srgbClr val="464646"/>
                </a:solidFill>
              </a:defRPr>
            </a:lvl2pPr>
            <a:lvl3pPr indent="-381000" lvl="2" marL="1371600" algn="l">
              <a:spcBef>
                <a:spcPts val="480"/>
              </a:spcBef>
              <a:spcAft>
                <a:spcPts val="0"/>
              </a:spcAft>
              <a:buClr>
                <a:srgbClr val="464646"/>
              </a:buClr>
              <a:buSzPts val="2400"/>
              <a:buChar char="•"/>
              <a:defRPr>
                <a:solidFill>
                  <a:srgbClr val="464646"/>
                </a:solidFill>
              </a:defRPr>
            </a:lvl3pPr>
            <a:lvl4pPr indent="-355600" lvl="3" marL="1828800" algn="l">
              <a:spcBef>
                <a:spcPts val="400"/>
              </a:spcBef>
              <a:spcAft>
                <a:spcPts val="0"/>
              </a:spcAft>
              <a:buClr>
                <a:srgbClr val="464646"/>
              </a:buClr>
              <a:buSzPts val="2000"/>
              <a:buChar char="–"/>
              <a:defRPr>
                <a:solidFill>
                  <a:srgbClr val="464646"/>
                </a:solidFill>
              </a:defRPr>
            </a:lvl4pPr>
            <a:lvl5pPr indent="-355600" lvl="4" marL="2286000" algn="l">
              <a:spcBef>
                <a:spcPts val="400"/>
              </a:spcBef>
              <a:spcAft>
                <a:spcPts val="0"/>
              </a:spcAft>
              <a:buClr>
                <a:srgbClr val="464646"/>
              </a:buClr>
              <a:buSzPts val="2000"/>
              <a:buChar char="»"/>
              <a:defRPr>
                <a:solidFill>
                  <a:srgbClr val="464646"/>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47474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Emphasis">
  <p:cSld name="Title and Content: Emphasis">
    <p:spTree>
      <p:nvGrpSpPr>
        <p:cNvPr id="87" name="Shape 87"/>
        <p:cNvGrpSpPr/>
        <p:nvPr/>
      </p:nvGrpSpPr>
      <p:grpSpPr>
        <a:xfrm>
          <a:off x="0" y="0"/>
          <a:ext cx="0" cy="0"/>
          <a:chOff x="0" y="0"/>
          <a:chExt cx="0" cy="0"/>
        </a:xfrm>
      </p:grpSpPr>
      <p:sp>
        <p:nvSpPr>
          <p:cNvPr id="88" name="Google Shape;88;p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 name="Google Shape;89;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rgbClr val="464646"/>
              </a:buClr>
              <a:buSzPts val="3200"/>
              <a:buChar char="•"/>
              <a:defRPr>
                <a:solidFill>
                  <a:srgbClr val="464646"/>
                </a:solidFill>
              </a:defRPr>
            </a:lvl1pPr>
            <a:lvl2pPr indent="-406400" lvl="1" marL="914400" algn="l">
              <a:spcBef>
                <a:spcPts val="560"/>
              </a:spcBef>
              <a:spcAft>
                <a:spcPts val="0"/>
              </a:spcAft>
              <a:buClr>
                <a:srgbClr val="464646"/>
              </a:buClr>
              <a:buSzPts val="2800"/>
              <a:buChar char="–"/>
              <a:defRPr>
                <a:solidFill>
                  <a:srgbClr val="464646"/>
                </a:solidFill>
              </a:defRPr>
            </a:lvl2pPr>
            <a:lvl3pPr indent="-381000" lvl="2" marL="1371600" algn="l">
              <a:spcBef>
                <a:spcPts val="480"/>
              </a:spcBef>
              <a:spcAft>
                <a:spcPts val="0"/>
              </a:spcAft>
              <a:buClr>
                <a:srgbClr val="464646"/>
              </a:buClr>
              <a:buSzPts val="2400"/>
              <a:buChar char="•"/>
              <a:defRPr>
                <a:solidFill>
                  <a:srgbClr val="464646"/>
                </a:solidFill>
              </a:defRPr>
            </a:lvl3pPr>
            <a:lvl4pPr indent="-355600" lvl="3" marL="1828800" algn="l">
              <a:spcBef>
                <a:spcPts val="400"/>
              </a:spcBef>
              <a:spcAft>
                <a:spcPts val="0"/>
              </a:spcAft>
              <a:buClr>
                <a:srgbClr val="464646"/>
              </a:buClr>
              <a:buSzPts val="2000"/>
              <a:buChar char="–"/>
              <a:defRPr>
                <a:solidFill>
                  <a:srgbClr val="464646"/>
                </a:solidFill>
              </a:defRPr>
            </a:lvl4pPr>
            <a:lvl5pPr indent="-355600" lvl="4" marL="2286000" algn="l">
              <a:spcBef>
                <a:spcPts val="400"/>
              </a:spcBef>
              <a:spcAft>
                <a:spcPts val="0"/>
              </a:spcAft>
              <a:buClr>
                <a:srgbClr val="464646"/>
              </a:buClr>
              <a:buSzPts val="2000"/>
              <a:buChar char="»"/>
              <a:defRPr>
                <a:solidFill>
                  <a:srgbClr val="464646"/>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0" name="Google Shape;90;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47474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99" name="Shape 99"/>
        <p:cNvGrpSpPr/>
        <p:nvPr/>
      </p:nvGrpSpPr>
      <p:grpSpPr>
        <a:xfrm>
          <a:off x="0" y="0"/>
          <a:ext cx="0" cy="0"/>
          <a:chOff x="0" y="0"/>
          <a:chExt cx="0" cy="0"/>
        </a:xfrm>
      </p:grpSpPr>
      <p:sp>
        <p:nvSpPr>
          <p:cNvPr id="100" name="Google Shape;100;p42"/>
          <p:cNvSpPr txBox="1"/>
          <p:nvPr>
            <p:ph type="title"/>
          </p:nvPr>
        </p:nvSpPr>
        <p:spPr>
          <a:xfrm>
            <a:off x="380999" y="1"/>
            <a:ext cx="7068015" cy="838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SzPts val="1400"/>
              <a:buNone/>
              <a:defRPr sz="2800">
                <a:solidFill>
                  <a:schemeClr val="lt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1" name="Google Shape;101;p42"/>
          <p:cNvSpPr txBox="1"/>
          <p:nvPr>
            <p:ph idx="1" type="body"/>
          </p:nvPr>
        </p:nvSpPr>
        <p:spPr>
          <a:xfrm>
            <a:off x="457200" y="1676402"/>
            <a:ext cx="4038600" cy="397145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464646"/>
              </a:buClr>
              <a:buSzPts val="2800"/>
              <a:buChar char="•"/>
              <a:defRPr sz="2800">
                <a:solidFill>
                  <a:srgbClr val="464646"/>
                </a:solidFill>
              </a:defRPr>
            </a:lvl1pPr>
            <a:lvl2pPr indent="-381000" lvl="1" marL="914400" algn="l">
              <a:spcBef>
                <a:spcPts val="480"/>
              </a:spcBef>
              <a:spcAft>
                <a:spcPts val="0"/>
              </a:spcAft>
              <a:buClr>
                <a:srgbClr val="464646"/>
              </a:buClr>
              <a:buSzPts val="2400"/>
              <a:buChar char="–"/>
              <a:defRPr sz="2400">
                <a:solidFill>
                  <a:srgbClr val="464646"/>
                </a:solidFill>
              </a:defRPr>
            </a:lvl2pPr>
            <a:lvl3pPr indent="-355600" lvl="2" marL="1371600" algn="l">
              <a:spcBef>
                <a:spcPts val="400"/>
              </a:spcBef>
              <a:spcAft>
                <a:spcPts val="0"/>
              </a:spcAft>
              <a:buClr>
                <a:srgbClr val="464646"/>
              </a:buClr>
              <a:buSzPts val="2000"/>
              <a:buChar char="•"/>
              <a:defRPr sz="2000">
                <a:solidFill>
                  <a:srgbClr val="464646"/>
                </a:solidFill>
              </a:defRPr>
            </a:lvl3pPr>
            <a:lvl4pPr indent="-342900" lvl="3" marL="1828800" algn="l">
              <a:spcBef>
                <a:spcPts val="360"/>
              </a:spcBef>
              <a:spcAft>
                <a:spcPts val="0"/>
              </a:spcAft>
              <a:buClr>
                <a:srgbClr val="464646"/>
              </a:buClr>
              <a:buSzPts val="1800"/>
              <a:buChar char="–"/>
              <a:defRPr sz="1800">
                <a:solidFill>
                  <a:srgbClr val="464646"/>
                </a:solidFill>
              </a:defRPr>
            </a:lvl4pPr>
            <a:lvl5pPr indent="-342900" lvl="4" marL="2286000" algn="l">
              <a:spcBef>
                <a:spcPts val="360"/>
              </a:spcBef>
              <a:spcAft>
                <a:spcPts val="0"/>
              </a:spcAft>
              <a:buClr>
                <a:srgbClr val="464646"/>
              </a:buClr>
              <a:buSzPts val="1800"/>
              <a:buChar char="»"/>
              <a:defRPr sz="1800">
                <a:solidFill>
                  <a:srgbClr val="464646"/>
                </a:solidFill>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02" name="Google Shape;102;p42"/>
          <p:cNvSpPr txBox="1"/>
          <p:nvPr>
            <p:ph idx="2" type="body"/>
          </p:nvPr>
        </p:nvSpPr>
        <p:spPr>
          <a:xfrm>
            <a:off x="4648200" y="1676400"/>
            <a:ext cx="4038600" cy="3971454"/>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464646"/>
              </a:buClr>
              <a:buSzPts val="2800"/>
              <a:buChar char="•"/>
              <a:defRPr sz="2800">
                <a:solidFill>
                  <a:srgbClr val="464646"/>
                </a:solidFill>
              </a:defRPr>
            </a:lvl1pPr>
            <a:lvl2pPr indent="-381000" lvl="1" marL="914400" algn="l">
              <a:spcBef>
                <a:spcPts val="480"/>
              </a:spcBef>
              <a:spcAft>
                <a:spcPts val="0"/>
              </a:spcAft>
              <a:buClr>
                <a:srgbClr val="464646"/>
              </a:buClr>
              <a:buSzPts val="2400"/>
              <a:buChar char="–"/>
              <a:defRPr sz="2400">
                <a:solidFill>
                  <a:srgbClr val="464646"/>
                </a:solidFill>
              </a:defRPr>
            </a:lvl2pPr>
            <a:lvl3pPr indent="-355600" lvl="2" marL="1371600" algn="l">
              <a:spcBef>
                <a:spcPts val="400"/>
              </a:spcBef>
              <a:spcAft>
                <a:spcPts val="0"/>
              </a:spcAft>
              <a:buClr>
                <a:srgbClr val="464646"/>
              </a:buClr>
              <a:buSzPts val="2000"/>
              <a:buChar char="•"/>
              <a:defRPr sz="2000">
                <a:solidFill>
                  <a:srgbClr val="464646"/>
                </a:solidFill>
              </a:defRPr>
            </a:lvl3pPr>
            <a:lvl4pPr indent="-342900" lvl="3" marL="1828800" algn="l">
              <a:spcBef>
                <a:spcPts val="360"/>
              </a:spcBef>
              <a:spcAft>
                <a:spcPts val="0"/>
              </a:spcAft>
              <a:buClr>
                <a:srgbClr val="464646"/>
              </a:buClr>
              <a:buSzPts val="1800"/>
              <a:buChar char="–"/>
              <a:defRPr sz="1800">
                <a:solidFill>
                  <a:srgbClr val="464646"/>
                </a:solidFill>
              </a:defRPr>
            </a:lvl4pPr>
            <a:lvl5pPr indent="-342900" lvl="4" marL="2286000" algn="l">
              <a:spcBef>
                <a:spcPts val="360"/>
              </a:spcBef>
              <a:spcAft>
                <a:spcPts val="0"/>
              </a:spcAft>
              <a:buClr>
                <a:srgbClr val="464646"/>
              </a:buClr>
              <a:buSzPts val="1800"/>
              <a:buChar char="»"/>
              <a:defRPr sz="1800">
                <a:solidFill>
                  <a:srgbClr val="464646"/>
                </a:solidFill>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03" name="Google Shape;103;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113" name="Shape 113"/>
        <p:cNvGrpSpPr/>
        <p:nvPr/>
      </p:nvGrpSpPr>
      <p:grpSpPr>
        <a:xfrm>
          <a:off x="0" y="0"/>
          <a:ext cx="0" cy="0"/>
          <a:chOff x="0" y="0"/>
          <a:chExt cx="0" cy="0"/>
        </a:xfrm>
      </p:grpSpPr>
      <p:sp>
        <p:nvSpPr>
          <p:cNvPr id="114" name="Google Shape;114;p44"/>
          <p:cNvSpPr txBox="1"/>
          <p:nvPr>
            <p:ph type="title"/>
          </p:nvPr>
        </p:nvSpPr>
        <p:spPr>
          <a:xfrm>
            <a:off x="1124400" y="2077200"/>
            <a:ext cx="7010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5" name="Google Shape;115;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Emphasis" showMasterSp="0">
  <p:cSld name="Title Only: Emphasis">
    <p:spTree>
      <p:nvGrpSpPr>
        <p:cNvPr id="124" name="Shape 124"/>
        <p:cNvGrpSpPr/>
        <p:nvPr/>
      </p:nvGrpSpPr>
      <p:grpSpPr>
        <a:xfrm>
          <a:off x="0" y="0"/>
          <a:ext cx="0" cy="0"/>
          <a:chOff x="0" y="0"/>
          <a:chExt cx="0" cy="0"/>
        </a:xfrm>
      </p:grpSpPr>
      <p:sp>
        <p:nvSpPr>
          <p:cNvPr id="125" name="Google Shape;125;p46"/>
          <p:cNvSpPr txBox="1"/>
          <p:nvPr>
            <p:ph type="title"/>
          </p:nvPr>
        </p:nvSpPr>
        <p:spPr>
          <a:xfrm>
            <a:off x="290400" y="3081000"/>
            <a:ext cx="8686800" cy="1095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b="1" sz="4600">
                <a:solidFill>
                  <a:srgbClr val="BFBFBF"/>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6" name="Google Shape;126;p46"/>
          <p:cNvSpPr txBox="1"/>
          <p:nvPr>
            <p:ph idx="1" type="body"/>
          </p:nvPr>
        </p:nvSpPr>
        <p:spPr>
          <a:xfrm>
            <a:off x="283952" y="2424752"/>
            <a:ext cx="8694000" cy="639762"/>
          </a:xfrm>
          <a:prstGeom prst="rect">
            <a:avLst/>
          </a:prstGeom>
          <a:noFill/>
          <a:ln>
            <a:noFill/>
          </a:ln>
        </p:spPr>
        <p:txBody>
          <a:bodyPr anchorCtr="0" anchor="b" bIns="45700" lIns="91425" spcFirstLastPara="1" rIns="91425" wrap="square" tIns="45700">
            <a:normAutofit/>
          </a:bodyPr>
          <a:lstStyle>
            <a:lvl1pPr indent="-228600" lvl="0" marL="457200" algn="ctr">
              <a:spcBef>
                <a:spcPts val="560"/>
              </a:spcBef>
              <a:spcAft>
                <a:spcPts val="0"/>
              </a:spcAft>
              <a:buClr>
                <a:srgbClr val="2E507A"/>
              </a:buClr>
              <a:buSzPts val="2800"/>
              <a:buNone/>
              <a:defRPr sz="2800">
                <a:solidFill>
                  <a:srgbClr val="2E507A"/>
                </a:solidFill>
                <a:latin typeface="Calibri"/>
                <a:ea typeface="Calibri"/>
                <a:cs typeface="Calibri"/>
                <a:sym typeface="Calibri"/>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7" name="Google Shape;127;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ext " showMasterSp="0">
  <p:cSld name="Title with Text ">
    <p:spTree>
      <p:nvGrpSpPr>
        <p:cNvPr id="137" name="Shape 137"/>
        <p:cNvGrpSpPr/>
        <p:nvPr/>
      </p:nvGrpSpPr>
      <p:grpSpPr>
        <a:xfrm>
          <a:off x="0" y="0"/>
          <a:ext cx="0" cy="0"/>
          <a:chOff x="0" y="0"/>
          <a:chExt cx="0" cy="0"/>
        </a:xfrm>
      </p:grpSpPr>
      <p:sp>
        <p:nvSpPr>
          <p:cNvPr id="138" name="Google Shape;138;p48"/>
          <p:cNvSpPr txBox="1"/>
          <p:nvPr>
            <p:ph type="title"/>
          </p:nvPr>
        </p:nvSpPr>
        <p:spPr>
          <a:xfrm>
            <a:off x="414867" y="3200400"/>
            <a:ext cx="7010400" cy="1676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sz="4000">
                <a:solidFill>
                  <a:schemeClr val="lt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9" name="Google Shape;139;p48"/>
          <p:cNvSpPr txBox="1"/>
          <p:nvPr>
            <p:ph idx="1" type="body"/>
          </p:nvPr>
        </p:nvSpPr>
        <p:spPr>
          <a:xfrm>
            <a:off x="4648200" y="664780"/>
            <a:ext cx="4191000" cy="381000"/>
          </a:xfrm>
          <a:prstGeom prst="rect">
            <a:avLst/>
          </a:prstGeom>
          <a:noFill/>
          <a:ln>
            <a:noFill/>
          </a:ln>
        </p:spPr>
        <p:txBody>
          <a:bodyPr anchorCtr="0" anchor="t" bIns="45700" lIns="91425" spcFirstLastPara="1" rIns="91425" wrap="square" tIns="45700">
            <a:normAutofit/>
          </a:bodyPr>
          <a:lstStyle>
            <a:lvl1pPr indent="-228600" lvl="0" marL="457200" algn="r">
              <a:spcBef>
                <a:spcPts val="360"/>
              </a:spcBef>
              <a:spcAft>
                <a:spcPts val="0"/>
              </a:spcAft>
              <a:buClr>
                <a:srgbClr val="A5A5A5"/>
              </a:buClr>
              <a:buSzPts val="1800"/>
              <a:buNone/>
              <a:defRPr b="1" sz="1800">
                <a:solidFill>
                  <a:srgbClr val="A5A5A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0" name="Google Shape;140;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49" name="Shape 149"/>
        <p:cNvGrpSpPr/>
        <p:nvPr/>
      </p:nvGrpSpPr>
      <p:grpSpPr>
        <a:xfrm>
          <a:off x="0" y="0"/>
          <a:ext cx="0" cy="0"/>
          <a:chOff x="0" y="0"/>
          <a:chExt cx="0" cy="0"/>
        </a:xfrm>
      </p:grpSpPr>
      <p:sp>
        <p:nvSpPr>
          <p:cNvPr id="150" name="Google Shape;150;p50"/>
          <p:cNvSpPr txBox="1"/>
          <p:nvPr>
            <p:ph type="title"/>
          </p:nvPr>
        </p:nvSpPr>
        <p:spPr>
          <a:xfrm>
            <a:off x="228600" y="609600"/>
            <a:ext cx="3008313" cy="8255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1" name="Google Shape;151;p50"/>
          <p:cNvSpPr txBox="1"/>
          <p:nvPr>
            <p:ph idx="1" type="body"/>
          </p:nvPr>
        </p:nvSpPr>
        <p:spPr>
          <a:xfrm>
            <a:off x="3803650" y="609600"/>
            <a:ext cx="5111750" cy="53340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lt1"/>
              </a:buClr>
              <a:buSzPts val="2800"/>
              <a:buChar char="•"/>
              <a:defRPr sz="2800">
                <a:solidFill>
                  <a:schemeClr val="lt1"/>
                </a:solidFill>
              </a:defRPr>
            </a:lvl1pPr>
            <a:lvl2pPr indent="-406400" lvl="1" marL="914400" algn="l">
              <a:spcBef>
                <a:spcPts val="560"/>
              </a:spcBef>
              <a:spcAft>
                <a:spcPts val="0"/>
              </a:spcAft>
              <a:buClr>
                <a:schemeClr val="lt1"/>
              </a:buClr>
              <a:buSzPts val="2800"/>
              <a:buChar char="–"/>
              <a:defRPr sz="2800">
                <a:solidFill>
                  <a:schemeClr val="lt1"/>
                </a:solidFill>
              </a:defRPr>
            </a:lvl2pPr>
            <a:lvl3pPr indent="-381000" lvl="2" marL="1371600" algn="l">
              <a:spcBef>
                <a:spcPts val="480"/>
              </a:spcBef>
              <a:spcAft>
                <a:spcPts val="0"/>
              </a:spcAft>
              <a:buClr>
                <a:schemeClr val="lt1"/>
              </a:buClr>
              <a:buSzPts val="2400"/>
              <a:buChar char="•"/>
              <a:defRPr sz="2400">
                <a:solidFill>
                  <a:schemeClr val="lt1"/>
                </a:solidFill>
              </a:defRPr>
            </a:lvl3pPr>
            <a:lvl4pPr indent="-355600" lvl="3" marL="1828800" algn="l">
              <a:spcBef>
                <a:spcPts val="400"/>
              </a:spcBef>
              <a:spcAft>
                <a:spcPts val="0"/>
              </a:spcAft>
              <a:buClr>
                <a:schemeClr val="lt1"/>
              </a:buClr>
              <a:buSzPts val="2000"/>
              <a:buChar char="–"/>
              <a:defRPr sz="2000">
                <a:solidFill>
                  <a:schemeClr val="lt1"/>
                </a:solidFill>
              </a:defRPr>
            </a:lvl4pPr>
            <a:lvl5pPr indent="-355600" lvl="4" marL="2286000" algn="l">
              <a:spcBef>
                <a:spcPts val="400"/>
              </a:spcBef>
              <a:spcAft>
                <a:spcPts val="0"/>
              </a:spcAft>
              <a:buClr>
                <a:schemeClr val="lt1"/>
              </a:buClr>
              <a:buSzPts val="2000"/>
              <a:buChar char="»"/>
              <a:defRPr sz="2000">
                <a:solidFill>
                  <a:schemeClr val="lt1"/>
                </a:solidFill>
              </a:defRPr>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52" name="Google Shape;152;p50"/>
          <p:cNvSpPr txBox="1"/>
          <p:nvPr>
            <p:ph idx="2" type="body"/>
          </p:nvPr>
        </p:nvSpPr>
        <p:spPr>
          <a:xfrm>
            <a:off x="228600" y="1435101"/>
            <a:ext cx="3008313" cy="3822699"/>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5B5B5B"/>
              </a:buClr>
              <a:buSzPts val="1400"/>
              <a:buNone/>
              <a:defRPr sz="1400">
                <a:solidFill>
                  <a:srgbClr val="5B5B5B"/>
                </a:solidFill>
              </a:defRPr>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53" name="Google Shape;153;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ia with Caption" showMasterSp="0">
  <p:cSld name="Media with Caption">
    <p:spTree>
      <p:nvGrpSpPr>
        <p:cNvPr id="163" name="Shape 163"/>
        <p:cNvGrpSpPr/>
        <p:nvPr/>
      </p:nvGrpSpPr>
      <p:grpSpPr>
        <a:xfrm>
          <a:off x="0" y="0"/>
          <a:ext cx="0" cy="0"/>
          <a:chOff x="0" y="0"/>
          <a:chExt cx="0" cy="0"/>
        </a:xfrm>
      </p:grpSpPr>
      <p:sp>
        <p:nvSpPr>
          <p:cNvPr id="164" name="Google Shape;164;p52"/>
          <p:cNvSpPr txBox="1"/>
          <p:nvPr>
            <p:ph type="title"/>
          </p:nvPr>
        </p:nvSpPr>
        <p:spPr>
          <a:xfrm>
            <a:off x="606552" y="4800600"/>
            <a:ext cx="4809244"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SzPts val="1400"/>
              <a:buNone/>
              <a:defRPr b="0" i="1" sz="1800">
                <a:solidFill>
                  <a:srgbClr val="D8D8D8"/>
                </a:solidFill>
                <a:latin typeface="Georgia"/>
                <a:ea typeface="Georgia"/>
                <a:cs typeface="Georgia"/>
                <a:sym typeface="Georgia"/>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5" name="Google Shape;165;p52"/>
          <p:cNvSpPr/>
          <p:nvPr>
            <p:ph idx="2" type="media"/>
          </p:nvPr>
        </p:nvSpPr>
        <p:spPr>
          <a:xfrm>
            <a:off x="587022" y="838200"/>
            <a:ext cx="4873752" cy="3812822"/>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6" name="Google Shape;166;p52"/>
          <p:cNvSpPr txBox="1"/>
          <p:nvPr>
            <p:ph idx="1" type="body"/>
          </p:nvPr>
        </p:nvSpPr>
        <p:spPr>
          <a:xfrm>
            <a:off x="5776863" y="838200"/>
            <a:ext cx="2819400" cy="4636911"/>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chemeClr val="lt1"/>
              </a:buClr>
              <a:buSzPts val="2400"/>
              <a:buNone/>
              <a:defRPr sz="2400">
                <a:solidFill>
                  <a:schemeClr val="lt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7" name="Google Shape;16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77" name="Shape 177"/>
        <p:cNvGrpSpPr/>
        <p:nvPr/>
      </p:nvGrpSpPr>
      <p:grpSpPr>
        <a:xfrm>
          <a:off x="0" y="0"/>
          <a:ext cx="0" cy="0"/>
          <a:chOff x="0" y="0"/>
          <a:chExt cx="0" cy="0"/>
        </a:xfrm>
      </p:grpSpPr>
      <p:sp>
        <p:nvSpPr>
          <p:cNvPr id="178" name="Google Shape;178;p5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SzPts val="1400"/>
              <a:buNone/>
              <a:defRPr b="0" i="1" sz="1800">
                <a:solidFill>
                  <a:srgbClr val="D8D8D8"/>
                </a:solidFill>
                <a:latin typeface="Georgia"/>
                <a:ea typeface="Georgia"/>
                <a:cs typeface="Georgia"/>
                <a:sym typeface="Georgia"/>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9" name="Google Shape;179;p54"/>
          <p:cNvSpPr/>
          <p:nvPr>
            <p:ph idx="2" type="pic"/>
          </p:nvPr>
        </p:nvSpPr>
        <p:spPr>
          <a:xfrm>
            <a:off x="1792288" y="612775"/>
            <a:ext cx="5486400" cy="4114800"/>
          </a:xfrm>
          <a:prstGeom prst="rect">
            <a:avLst/>
          </a:prstGeom>
          <a:noFill/>
          <a:ln>
            <a:noFill/>
          </a:ln>
        </p:spPr>
      </p:sp>
      <p:sp>
        <p:nvSpPr>
          <p:cNvPr id="180" name="Google Shape;180;p54"/>
          <p:cNvSpPr txBox="1"/>
          <p:nvPr>
            <p:ph idx="1" type="body"/>
          </p:nvPr>
        </p:nvSpPr>
        <p:spPr>
          <a:xfrm>
            <a:off x="1792288" y="5562600"/>
            <a:ext cx="5486400" cy="609600"/>
          </a:xfrm>
          <a:prstGeom prst="rect">
            <a:avLst/>
          </a:prstGeom>
          <a:noFill/>
          <a:ln>
            <a:noFill/>
          </a:ln>
        </p:spPr>
        <p:txBody>
          <a:bodyPr anchorCtr="0" anchor="t" bIns="45700" lIns="91425" spcFirstLastPara="1" rIns="91425" wrap="square" tIns="45700">
            <a:noAutofit/>
          </a:bodyPr>
          <a:lstStyle>
            <a:lvl1pPr indent="-228600" lvl="0" marL="457200" algn="ctr">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81" name="Google Shape;18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p:cSld name="Title and Vertical Text">
    <p:spTree>
      <p:nvGrpSpPr>
        <p:cNvPr id="190" name="Shape 190"/>
        <p:cNvGrpSpPr/>
        <p:nvPr/>
      </p:nvGrpSpPr>
      <p:grpSpPr>
        <a:xfrm>
          <a:off x="0" y="0"/>
          <a:ext cx="0" cy="0"/>
          <a:chOff x="0" y="0"/>
          <a:chExt cx="0" cy="0"/>
        </a:xfrm>
      </p:grpSpPr>
      <p:sp>
        <p:nvSpPr>
          <p:cNvPr id="191" name="Google Shape;191;p56"/>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2" name="Google Shape;192;p56"/>
          <p:cNvSpPr txBox="1"/>
          <p:nvPr>
            <p:ph type="title"/>
          </p:nvPr>
        </p:nvSpPr>
        <p:spPr>
          <a:xfrm>
            <a:off x="0" y="414867"/>
            <a:ext cx="5029200" cy="457200"/>
          </a:xfrm>
          <a:prstGeom prst="rect">
            <a:avLst/>
          </a:prstGeom>
          <a:solidFill>
            <a:srgbClr val="929292"/>
          </a:solid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2800">
                <a:solidFill>
                  <a:schemeClr val="lt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3" name="Google Shape;193;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202" name="Shape 202"/>
        <p:cNvGrpSpPr/>
        <p:nvPr/>
      </p:nvGrpSpPr>
      <p:grpSpPr>
        <a:xfrm>
          <a:off x="0" y="0"/>
          <a:ext cx="0" cy="0"/>
          <a:chOff x="0" y="0"/>
          <a:chExt cx="0" cy="0"/>
        </a:xfrm>
      </p:grpSpPr>
      <p:sp>
        <p:nvSpPr>
          <p:cNvPr id="203" name="Google Shape;203;p58"/>
          <p:cNvSpPr txBox="1"/>
          <p:nvPr>
            <p:ph type="title"/>
          </p:nvPr>
        </p:nvSpPr>
        <p:spPr>
          <a:xfrm rot="5400000">
            <a:off x="38179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4" name="Google Shape;204;p58"/>
          <p:cNvSpPr txBox="1"/>
          <p:nvPr>
            <p:ph idx="1" type="body"/>
          </p:nvPr>
        </p:nvSpPr>
        <p:spPr>
          <a:xfrm rot="5400000">
            <a:off x="84138" y="647701"/>
            <a:ext cx="5851525" cy="5105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5" name="Google Shape;205;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47474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220" name="Shape 220"/>
        <p:cNvGrpSpPr/>
        <p:nvPr/>
      </p:nvGrpSpPr>
      <p:grpSpPr>
        <a:xfrm>
          <a:off x="0" y="0"/>
          <a:ext cx="0" cy="0"/>
          <a:chOff x="0" y="0"/>
          <a:chExt cx="0" cy="0"/>
        </a:xfrm>
      </p:grpSpPr>
      <p:sp>
        <p:nvSpPr>
          <p:cNvPr id="221" name="Google Shape;221;p60"/>
          <p:cNvSpPr txBox="1"/>
          <p:nvPr>
            <p:ph idx="1" type="body"/>
          </p:nvPr>
        </p:nvSpPr>
        <p:spPr>
          <a:xfrm>
            <a:off x="3581400" y="1295400"/>
            <a:ext cx="5105400" cy="1416269"/>
          </a:xfrm>
          <a:prstGeom prst="rect">
            <a:avLst/>
          </a:prstGeom>
          <a:noFill/>
          <a:ln>
            <a:noFill/>
          </a:ln>
        </p:spPr>
        <p:txBody>
          <a:bodyPr anchorCtr="0" anchor="b" bIns="45700" lIns="91425" spcFirstLastPara="1" rIns="91425" wrap="square" tIns="45700">
            <a:normAutofit/>
          </a:bodyPr>
          <a:lstStyle>
            <a:lvl1pPr indent="-228600" lvl="0" marL="457200" algn="r">
              <a:spcBef>
                <a:spcPts val="440"/>
              </a:spcBef>
              <a:spcAft>
                <a:spcPts val="0"/>
              </a:spcAft>
              <a:buClr>
                <a:srgbClr val="5B5B5B"/>
              </a:buClr>
              <a:buSzPts val="2200"/>
              <a:buNone/>
              <a:defRPr sz="2200">
                <a:solidFill>
                  <a:srgbClr val="5B5B5B"/>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2" name="Google Shape;222;p60"/>
          <p:cNvSpPr txBox="1"/>
          <p:nvPr>
            <p:ph type="title"/>
          </p:nvPr>
        </p:nvSpPr>
        <p:spPr>
          <a:xfrm>
            <a:off x="106344" y="4114800"/>
            <a:ext cx="7315200" cy="914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SzPts val="1400"/>
              <a:buNone/>
              <a:defRPr b="1" sz="3600">
                <a:solidFill>
                  <a:schemeClr val="lt1"/>
                </a:solidFill>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3" name="Google Shape;223;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5" name="Google Shape;225;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34" name="Shape 234"/>
        <p:cNvGrpSpPr/>
        <p:nvPr/>
      </p:nvGrpSpPr>
      <p:grpSpPr>
        <a:xfrm>
          <a:off x="0" y="0"/>
          <a:ext cx="0" cy="0"/>
          <a:chOff x="0" y="0"/>
          <a:chExt cx="0" cy="0"/>
        </a:xfrm>
      </p:grpSpPr>
      <p:sp>
        <p:nvSpPr>
          <p:cNvPr id="235" name="Google Shape;235;p62"/>
          <p:cNvSpPr txBox="1"/>
          <p:nvPr>
            <p:ph type="title"/>
          </p:nvPr>
        </p:nvSpPr>
        <p:spPr>
          <a:xfrm>
            <a:off x="2971800" y="1992354"/>
            <a:ext cx="5867400" cy="1970046"/>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3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6" name="Google Shape;236;p62"/>
          <p:cNvSpPr txBox="1"/>
          <p:nvPr>
            <p:ph idx="1" type="body"/>
          </p:nvPr>
        </p:nvSpPr>
        <p:spPr>
          <a:xfrm>
            <a:off x="381000" y="5105400"/>
            <a:ext cx="8229601" cy="375787"/>
          </a:xfrm>
          <a:prstGeom prst="rect">
            <a:avLst/>
          </a:prstGeom>
          <a:noFill/>
          <a:ln>
            <a:noFill/>
          </a:ln>
        </p:spPr>
        <p:txBody>
          <a:bodyPr anchorCtr="0" anchor="b" bIns="45700" lIns="91425" spcFirstLastPara="1" rIns="91425" wrap="square" tIns="45700">
            <a:normAutofit/>
          </a:bodyPr>
          <a:lstStyle>
            <a:lvl1pPr indent="-228600" lvl="0" marL="457200" algn="r">
              <a:spcBef>
                <a:spcPts val="360"/>
              </a:spcBef>
              <a:spcAft>
                <a:spcPts val="0"/>
              </a:spcAft>
              <a:buClr>
                <a:srgbClr val="717171"/>
              </a:buClr>
              <a:buSzPts val="1800"/>
              <a:buNone/>
              <a:defRPr sz="1800">
                <a:solidFill>
                  <a:srgbClr val="717171"/>
                </a:solidFill>
              </a:defRPr>
            </a:lvl1pPr>
            <a:lvl2pPr indent="-228600" lvl="1" marL="914400" algn="l">
              <a:spcBef>
                <a:spcPts val="360"/>
              </a:spcBef>
              <a:spcAft>
                <a:spcPts val="0"/>
              </a:spcAft>
              <a:buClr>
                <a:srgbClr val="8B8B8B"/>
              </a:buClr>
              <a:buSzPts val="1800"/>
              <a:buNone/>
              <a:defRPr sz="1800">
                <a:solidFill>
                  <a:srgbClr val="8B8B8B"/>
                </a:solidFill>
              </a:defRPr>
            </a:lvl2pPr>
            <a:lvl3pPr indent="-228600" lvl="2" marL="1371600" algn="l">
              <a:spcBef>
                <a:spcPts val="320"/>
              </a:spcBef>
              <a:spcAft>
                <a:spcPts val="0"/>
              </a:spcAft>
              <a:buClr>
                <a:srgbClr val="8B8B8B"/>
              </a:buClr>
              <a:buSzPts val="1600"/>
              <a:buNone/>
              <a:defRPr sz="1600">
                <a:solidFill>
                  <a:srgbClr val="8B8B8B"/>
                </a:solidFill>
              </a:defRPr>
            </a:lvl3pPr>
            <a:lvl4pPr indent="-228600" lvl="3" marL="1828800" algn="l">
              <a:spcBef>
                <a:spcPts val="280"/>
              </a:spcBef>
              <a:spcAft>
                <a:spcPts val="0"/>
              </a:spcAft>
              <a:buClr>
                <a:srgbClr val="8B8B8B"/>
              </a:buClr>
              <a:buSzPts val="1400"/>
              <a:buNone/>
              <a:defRPr sz="1400">
                <a:solidFill>
                  <a:srgbClr val="8B8B8B"/>
                </a:solidFill>
              </a:defRPr>
            </a:lvl4pPr>
            <a:lvl5pPr indent="-228600" lvl="4" marL="2286000" algn="l">
              <a:spcBef>
                <a:spcPts val="280"/>
              </a:spcBef>
              <a:spcAft>
                <a:spcPts val="0"/>
              </a:spcAft>
              <a:buClr>
                <a:srgbClr val="8B8B8B"/>
              </a:buClr>
              <a:buSzPts val="1400"/>
              <a:buNone/>
              <a:defRPr sz="1400">
                <a:solidFill>
                  <a:srgbClr val="8B8B8B"/>
                </a:solidFill>
              </a:defRPr>
            </a:lvl5pPr>
            <a:lvl6pPr indent="-228600" lvl="5" marL="2743200" algn="l">
              <a:spcBef>
                <a:spcPts val="280"/>
              </a:spcBef>
              <a:spcAft>
                <a:spcPts val="0"/>
              </a:spcAft>
              <a:buClr>
                <a:srgbClr val="8B8B8B"/>
              </a:buClr>
              <a:buSzPts val="1400"/>
              <a:buNone/>
              <a:defRPr sz="1400">
                <a:solidFill>
                  <a:srgbClr val="8B8B8B"/>
                </a:solidFill>
              </a:defRPr>
            </a:lvl6pPr>
            <a:lvl7pPr indent="-228600" lvl="6" marL="3200400" algn="l">
              <a:spcBef>
                <a:spcPts val="280"/>
              </a:spcBef>
              <a:spcAft>
                <a:spcPts val="0"/>
              </a:spcAft>
              <a:buClr>
                <a:srgbClr val="8B8B8B"/>
              </a:buClr>
              <a:buSzPts val="1400"/>
              <a:buNone/>
              <a:defRPr sz="1400">
                <a:solidFill>
                  <a:srgbClr val="8B8B8B"/>
                </a:solidFill>
              </a:defRPr>
            </a:lvl7pPr>
            <a:lvl8pPr indent="-228600" lvl="7" marL="3657600" algn="l">
              <a:spcBef>
                <a:spcPts val="280"/>
              </a:spcBef>
              <a:spcAft>
                <a:spcPts val="0"/>
              </a:spcAft>
              <a:buClr>
                <a:srgbClr val="8B8B8B"/>
              </a:buClr>
              <a:buSzPts val="1400"/>
              <a:buNone/>
              <a:defRPr sz="1400">
                <a:solidFill>
                  <a:srgbClr val="8B8B8B"/>
                </a:solidFill>
              </a:defRPr>
            </a:lvl8pPr>
            <a:lvl9pPr indent="-228600" lvl="8" marL="4114800" algn="l">
              <a:spcBef>
                <a:spcPts val="280"/>
              </a:spcBef>
              <a:spcAft>
                <a:spcPts val="0"/>
              </a:spcAft>
              <a:buClr>
                <a:srgbClr val="8B8B8B"/>
              </a:buClr>
              <a:buSzPts val="1400"/>
              <a:buNone/>
              <a:defRPr sz="1400">
                <a:solidFill>
                  <a:srgbClr val="8B8B8B"/>
                </a:solidFill>
              </a:defRPr>
            </a:lvl9pPr>
          </a:lstStyle>
          <a:p/>
        </p:txBody>
      </p:sp>
      <p:sp>
        <p:nvSpPr>
          <p:cNvPr id="237" name="Google Shape;237;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 name="Google Shape;238;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Emphasis">
  <p:cSld name="Title and Content: Emphasis">
    <p:spTree>
      <p:nvGrpSpPr>
        <p:cNvPr id="246" name="Shape 246"/>
        <p:cNvGrpSpPr/>
        <p:nvPr/>
      </p:nvGrpSpPr>
      <p:grpSpPr>
        <a:xfrm>
          <a:off x="0" y="0"/>
          <a:ext cx="0" cy="0"/>
          <a:chOff x="0" y="0"/>
          <a:chExt cx="0" cy="0"/>
        </a:xfrm>
      </p:grpSpPr>
      <p:sp>
        <p:nvSpPr>
          <p:cNvPr id="247" name="Google Shape;247;p6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8" name="Google Shape;248;p6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rgbClr val="464646"/>
              </a:buClr>
              <a:buSzPts val="3200"/>
              <a:buChar char="•"/>
              <a:defRPr>
                <a:solidFill>
                  <a:srgbClr val="464646"/>
                </a:solidFill>
              </a:defRPr>
            </a:lvl1pPr>
            <a:lvl2pPr indent="-406400" lvl="1" marL="914400" algn="l">
              <a:spcBef>
                <a:spcPts val="560"/>
              </a:spcBef>
              <a:spcAft>
                <a:spcPts val="0"/>
              </a:spcAft>
              <a:buClr>
                <a:srgbClr val="464646"/>
              </a:buClr>
              <a:buSzPts val="2800"/>
              <a:buChar char="–"/>
              <a:defRPr>
                <a:solidFill>
                  <a:srgbClr val="464646"/>
                </a:solidFill>
              </a:defRPr>
            </a:lvl2pPr>
            <a:lvl3pPr indent="-381000" lvl="2" marL="1371600" algn="l">
              <a:spcBef>
                <a:spcPts val="480"/>
              </a:spcBef>
              <a:spcAft>
                <a:spcPts val="0"/>
              </a:spcAft>
              <a:buClr>
                <a:srgbClr val="464646"/>
              </a:buClr>
              <a:buSzPts val="2400"/>
              <a:buChar char="•"/>
              <a:defRPr>
                <a:solidFill>
                  <a:srgbClr val="464646"/>
                </a:solidFill>
              </a:defRPr>
            </a:lvl3pPr>
            <a:lvl4pPr indent="-355600" lvl="3" marL="1828800" algn="l">
              <a:spcBef>
                <a:spcPts val="400"/>
              </a:spcBef>
              <a:spcAft>
                <a:spcPts val="0"/>
              </a:spcAft>
              <a:buClr>
                <a:srgbClr val="464646"/>
              </a:buClr>
              <a:buSzPts val="2000"/>
              <a:buChar char="–"/>
              <a:defRPr>
                <a:solidFill>
                  <a:srgbClr val="464646"/>
                </a:solidFill>
              </a:defRPr>
            </a:lvl4pPr>
            <a:lvl5pPr indent="-355600" lvl="4" marL="2286000" algn="l">
              <a:spcBef>
                <a:spcPts val="400"/>
              </a:spcBef>
              <a:spcAft>
                <a:spcPts val="0"/>
              </a:spcAft>
              <a:buClr>
                <a:srgbClr val="464646"/>
              </a:buClr>
              <a:buSzPts val="2000"/>
              <a:buChar char="»"/>
              <a:defRPr>
                <a:solidFill>
                  <a:srgbClr val="464646"/>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9" name="Google Shape;249;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47474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 name="Google Shape;251;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258" name="Shape 258"/>
        <p:cNvGrpSpPr/>
        <p:nvPr/>
      </p:nvGrpSpPr>
      <p:grpSpPr>
        <a:xfrm>
          <a:off x="0" y="0"/>
          <a:ext cx="0" cy="0"/>
          <a:chOff x="0" y="0"/>
          <a:chExt cx="0" cy="0"/>
        </a:xfrm>
      </p:grpSpPr>
      <p:sp>
        <p:nvSpPr>
          <p:cNvPr id="259" name="Google Shape;259;p66"/>
          <p:cNvSpPr txBox="1"/>
          <p:nvPr>
            <p:ph type="title"/>
          </p:nvPr>
        </p:nvSpPr>
        <p:spPr>
          <a:xfrm>
            <a:off x="380999" y="1"/>
            <a:ext cx="7068015" cy="838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SzPts val="1400"/>
              <a:buNone/>
              <a:defRPr sz="2800">
                <a:solidFill>
                  <a:schemeClr val="lt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0" name="Google Shape;260;p66"/>
          <p:cNvSpPr txBox="1"/>
          <p:nvPr>
            <p:ph idx="1" type="body"/>
          </p:nvPr>
        </p:nvSpPr>
        <p:spPr>
          <a:xfrm>
            <a:off x="457200" y="1676402"/>
            <a:ext cx="4038600" cy="397145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464646"/>
              </a:buClr>
              <a:buSzPts val="2800"/>
              <a:buChar char="•"/>
              <a:defRPr sz="2800">
                <a:solidFill>
                  <a:srgbClr val="464646"/>
                </a:solidFill>
              </a:defRPr>
            </a:lvl1pPr>
            <a:lvl2pPr indent="-381000" lvl="1" marL="914400" algn="l">
              <a:spcBef>
                <a:spcPts val="480"/>
              </a:spcBef>
              <a:spcAft>
                <a:spcPts val="0"/>
              </a:spcAft>
              <a:buClr>
                <a:srgbClr val="464646"/>
              </a:buClr>
              <a:buSzPts val="2400"/>
              <a:buChar char="–"/>
              <a:defRPr sz="2400">
                <a:solidFill>
                  <a:srgbClr val="464646"/>
                </a:solidFill>
              </a:defRPr>
            </a:lvl2pPr>
            <a:lvl3pPr indent="-355600" lvl="2" marL="1371600" algn="l">
              <a:spcBef>
                <a:spcPts val="400"/>
              </a:spcBef>
              <a:spcAft>
                <a:spcPts val="0"/>
              </a:spcAft>
              <a:buClr>
                <a:srgbClr val="464646"/>
              </a:buClr>
              <a:buSzPts val="2000"/>
              <a:buChar char="•"/>
              <a:defRPr sz="2000">
                <a:solidFill>
                  <a:srgbClr val="464646"/>
                </a:solidFill>
              </a:defRPr>
            </a:lvl3pPr>
            <a:lvl4pPr indent="-342900" lvl="3" marL="1828800" algn="l">
              <a:spcBef>
                <a:spcPts val="360"/>
              </a:spcBef>
              <a:spcAft>
                <a:spcPts val="0"/>
              </a:spcAft>
              <a:buClr>
                <a:srgbClr val="464646"/>
              </a:buClr>
              <a:buSzPts val="1800"/>
              <a:buChar char="–"/>
              <a:defRPr sz="1800">
                <a:solidFill>
                  <a:srgbClr val="464646"/>
                </a:solidFill>
              </a:defRPr>
            </a:lvl4pPr>
            <a:lvl5pPr indent="-342900" lvl="4" marL="2286000" algn="l">
              <a:spcBef>
                <a:spcPts val="360"/>
              </a:spcBef>
              <a:spcAft>
                <a:spcPts val="0"/>
              </a:spcAft>
              <a:buClr>
                <a:srgbClr val="464646"/>
              </a:buClr>
              <a:buSzPts val="1800"/>
              <a:buChar char="»"/>
              <a:defRPr sz="1800">
                <a:solidFill>
                  <a:srgbClr val="464646"/>
                </a:solidFill>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61" name="Google Shape;261;p66"/>
          <p:cNvSpPr txBox="1"/>
          <p:nvPr>
            <p:ph idx="2" type="body"/>
          </p:nvPr>
        </p:nvSpPr>
        <p:spPr>
          <a:xfrm>
            <a:off x="4648200" y="1676400"/>
            <a:ext cx="4038600" cy="3971454"/>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464646"/>
              </a:buClr>
              <a:buSzPts val="2800"/>
              <a:buChar char="•"/>
              <a:defRPr sz="2800">
                <a:solidFill>
                  <a:srgbClr val="464646"/>
                </a:solidFill>
              </a:defRPr>
            </a:lvl1pPr>
            <a:lvl2pPr indent="-381000" lvl="1" marL="914400" algn="l">
              <a:spcBef>
                <a:spcPts val="480"/>
              </a:spcBef>
              <a:spcAft>
                <a:spcPts val="0"/>
              </a:spcAft>
              <a:buClr>
                <a:srgbClr val="464646"/>
              </a:buClr>
              <a:buSzPts val="2400"/>
              <a:buChar char="–"/>
              <a:defRPr sz="2400">
                <a:solidFill>
                  <a:srgbClr val="464646"/>
                </a:solidFill>
              </a:defRPr>
            </a:lvl2pPr>
            <a:lvl3pPr indent="-355600" lvl="2" marL="1371600" algn="l">
              <a:spcBef>
                <a:spcPts val="400"/>
              </a:spcBef>
              <a:spcAft>
                <a:spcPts val="0"/>
              </a:spcAft>
              <a:buClr>
                <a:srgbClr val="464646"/>
              </a:buClr>
              <a:buSzPts val="2000"/>
              <a:buChar char="•"/>
              <a:defRPr sz="2000">
                <a:solidFill>
                  <a:srgbClr val="464646"/>
                </a:solidFill>
              </a:defRPr>
            </a:lvl3pPr>
            <a:lvl4pPr indent="-342900" lvl="3" marL="1828800" algn="l">
              <a:spcBef>
                <a:spcPts val="360"/>
              </a:spcBef>
              <a:spcAft>
                <a:spcPts val="0"/>
              </a:spcAft>
              <a:buClr>
                <a:srgbClr val="464646"/>
              </a:buClr>
              <a:buSzPts val="1800"/>
              <a:buChar char="–"/>
              <a:defRPr sz="1800">
                <a:solidFill>
                  <a:srgbClr val="464646"/>
                </a:solidFill>
              </a:defRPr>
            </a:lvl4pPr>
            <a:lvl5pPr indent="-342900" lvl="4" marL="2286000" algn="l">
              <a:spcBef>
                <a:spcPts val="360"/>
              </a:spcBef>
              <a:spcAft>
                <a:spcPts val="0"/>
              </a:spcAft>
              <a:buClr>
                <a:srgbClr val="464646"/>
              </a:buClr>
              <a:buSzPts val="1800"/>
              <a:buChar char="»"/>
              <a:defRPr sz="1800">
                <a:solidFill>
                  <a:srgbClr val="464646"/>
                </a:solidFill>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62" name="Google Shape;262;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3" name="Google Shape;263;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4" name="Google Shape;264;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272" name="Shape 272"/>
        <p:cNvGrpSpPr/>
        <p:nvPr/>
      </p:nvGrpSpPr>
      <p:grpSpPr>
        <a:xfrm>
          <a:off x="0" y="0"/>
          <a:ext cx="0" cy="0"/>
          <a:chOff x="0" y="0"/>
          <a:chExt cx="0" cy="0"/>
        </a:xfrm>
      </p:grpSpPr>
      <p:sp>
        <p:nvSpPr>
          <p:cNvPr id="273" name="Google Shape;273;p68"/>
          <p:cNvSpPr txBox="1"/>
          <p:nvPr>
            <p:ph type="title"/>
          </p:nvPr>
        </p:nvSpPr>
        <p:spPr>
          <a:xfrm>
            <a:off x="1124400" y="2077200"/>
            <a:ext cx="7010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4" name="Google Shape;274;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5" name="Google Shape;275;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6" name="Google Shape;276;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Emphasis" showMasterSp="0">
  <p:cSld name="Title Only: Emphasis">
    <p:spTree>
      <p:nvGrpSpPr>
        <p:cNvPr id="283" name="Shape 283"/>
        <p:cNvGrpSpPr/>
        <p:nvPr/>
      </p:nvGrpSpPr>
      <p:grpSpPr>
        <a:xfrm>
          <a:off x="0" y="0"/>
          <a:ext cx="0" cy="0"/>
          <a:chOff x="0" y="0"/>
          <a:chExt cx="0" cy="0"/>
        </a:xfrm>
      </p:grpSpPr>
      <p:sp>
        <p:nvSpPr>
          <p:cNvPr id="284" name="Google Shape;284;p70"/>
          <p:cNvSpPr txBox="1"/>
          <p:nvPr>
            <p:ph type="title"/>
          </p:nvPr>
        </p:nvSpPr>
        <p:spPr>
          <a:xfrm>
            <a:off x="290400" y="3081000"/>
            <a:ext cx="8686800" cy="1095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b="1" sz="4600">
                <a:solidFill>
                  <a:srgbClr val="BFBFBF"/>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5" name="Google Shape;285;p70"/>
          <p:cNvSpPr txBox="1"/>
          <p:nvPr>
            <p:ph idx="1" type="body"/>
          </p:nvPr>
        </p:nvSpPr>
        <p:spPr>
          <a:xfrm>
            <a:off x="283952" y="2424752"/>
            <a:ext cx="8694000" cy="639762"/>
          </a:xfrm>
          <a:prstGeom prst="rect">
            <a:avLst/>
          </a:prstGeom>
          <a:noFill/>
          <a:ln>
            <a:noFill/>
          </a:ln>
        </p:spPr>
        <p:txBody>
          <a:bodyPr anchorCtr="0" anchor="b" bIns="45700" lIns="91425" spcFirstLastPara="1" rIns="91425" wrap="square" tIns="45700">
            <a:normAutofit/>
          </a:bodyPr>
          <a:lstStyle>
            <a:lvl1pPr indent="-228600" lvl="0" marL="457200" algn="ctr">
              <a:spcBef>
                <a:spcPts val="560"/>
              </a:spcBef>
              <a:spcAft>
                <a:spcPts val="0"/>
              </a:spcAft>
              <a:buClr>
                <a:srgbClr val="2E507A"/>
              </a:buClr>
              <a:buSzPts val="2800"/>
              <a:buNone/>
              <a:defRPr sz="2800">
                <a:solidFill>
                  <a:srgbClr val="2E507A"/>
                </a:solidFill>
                <a:latin typeface="Calibri"/>
                <a:ea typeface="Calibri"/>
                <a:cs typeface="Calibri"/>
                <a:sym typeface="Calibri"/>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6" name="Google Shape;286;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7" name="Google Shape;287;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8" name="Google Shape;288;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ext " showMasterSp="0">
  <p:cSld name="Title with Text ">
    <p:spTree>
      <p:nvGrpSpPr>
        <p:cNvPr id="296" name="Shape 296"/>
        <p:cNvGrpSpPr/>
        <p:nvPr/>
      </p:nvGrpSpPr>
      <p:grpSpPr>
        <a:xfrm>
          <a:off x="0" y="0"/>
          <a:ext cx="0" cy="0"/>
          <a:chOff x="0" y="0"/>
          <a:chExt cx="0" cy="0"/>
        </a:xfrm>
      </p:grpSpPr>
      <p:sp>
        <p:nvSpPr>
          <p:cNvPr id="297" name="Google Shape;297;p72"/>
          <p:cNvSpPr txBox="1"/>
          <p:nvPr>
            <p:ph type="title"/>
          </p:nvPr>
        </p:nvSpPr>
        <p:spPr>
          <a:xfrm>
            <a:off x="414867" y="3200400"/>
            <a:ext cx="7010400" cy="1676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sz="4000">
                <a:solidFill>
                  <a:schemeClr val="lt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8" name="Google Shape;298;p72"/>
          <p:cNvSpPr txBox="1"/>
          <p:nvPr>
            <p:ph idx="1" type="body"/>
          </p:nvPr>
        </p:nvSpPr>
        <p:spPr>
          <a:xfrm>
            <a:off x="4648200" y="664780"/>
            <a:ext cx="4191000" cy="381000"/>
          </a:xfrm>
          <a:prstGeom prst="rect">
            <a:avLst/>
          </a:prstGeom>
          <a:noFill/>
          <a:ln>
            <a:noFill/>
          </a:ln>
        </p:spPr>
        <p:txBody>
          <a:bodyPr anchorCtr="0" anchor="t" bIns="45700" lIns="91425" spcFirstLastPara="1" rIns="91425" wrap="square" tIns="45700">
            <a:normAutofit/>
          </a:bodyPr>
          <a:lstStyle>
            <a:lvl1pPr indent="-228600" lvl="0" marL="457200" algn="r">
              <a:spcBef>
                <a:spcPts val="360"/>
              </a:spcBef>
              <a:spcAft>
                <a:spcPts val="0"/>
              </a:spcAft>
              <a:buClr>
                <a:srgbClr val="A5A5A5"/>
              </a:buClr>
              <a:buSzPts val="1800"/>
              <a:buNone/>
              <a:defRPr b="1" sz="1800">
                <a:solidFill>
                  <a:srgbClr val="A5A5A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9" name="Google Shape;299;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0" name="Google Shape;300;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1" name="Google Shape;301;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308" name="Shape 308"/>
        <p:cNvGrpSpPr/>
        <p:nvPr/>
      </p:nvGrpSpPr>
      <p:grpSpPr>
        <a:xfrm>
          <a:off x="0" y="0"/>
          <a:ext cx="0" cy="0"/>
          <a:chOff x="0" y="0"/>
          <a:chExt cx="0" cy="0"/>
        </a:xfrm>
      </p:grpSpPr>
      <p:sp>
        <p:nvSpPr>
          <p:cNvPr id="309" name="Google Shape;309;p74"/>
          <p:cNvSpPr txBox="1"/>
          <p:nvPr>
            <p:ph type="title"/>
          </p:nvPr>
        </p:nvSpPr>
        <p:spPr>
          <a:xfrm>
            <a:off x="228600" y="609600"/>
            <a:ext cx="3008313" cy="8255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0" name="Google Shape;310;p74"/>
          <p:cNvSpPr txBox="1"/>
          <p:nvPr>
            <p:ph idx="1" type="body"/>
          </p:nvPr>
        </p:nvSpPr>
        <p:spPr>
          <a:xfrm>
            <a:off x="3803650" y="609600"/>
            <a:ext cx="5111750" cy="53340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lt1"/>
              </a:buClr>
              <a:buSzPts val="2800"/>
              <a:buChar char="•"/>
              <a:defRPr sz="2800">
                <a:solidFill>
                  <a:schemeClr val="lt1"/>
                </a:solidFill>
              </a:defRPr>
            </a:lvl1pPr>
            <a:lvl2pPr indent="-406400" lvl="1" marL="914400" algn="l">
              <a:spcBef>
                <a:spcPts val="560"/>
              </a:spcBef>
              <a:spcAft>
                <a:spcPts val="0"/>
              </a:spcAft>
              <a:buClr>
                <a:schemeClr val="lt1"/>
              </a:buClr>
              <a:buSzPts val="2800"/>
              <a:buChar char="–"/>
              <a:defRPr sz="2800">
                <a:solidFill>
                  <a:schemeClr val="lt1"/>
                </a:solidFill>
              </a:defRPr>
            </a:lvl2pPr>
            <a:lvl3pPr indent="-381000" lvl="2" marL="1371600" algn="l">
              <a:spcBef>
                <a:spcPts val="480"/>
              </a:spcBef>
              <a:spcAft>
                <a:spcPts val="0"/>
              </a:spcAft>
              <a:buClr>
                <a:schemeClr val="lt1"/>
              </a:buClr>
              <a:buSzPts val="2400"/>
              <a:buChar char="•"/>
              <a:defRPr sz="2400">
                <a:solidFill>
                  <a:schemeClr val="lt1"/>
                </a:solidFill>
              </a:defRPr>
            </a:lvl3pPr>
            <a:lvl4pPr indent="-355600" lvl="3" marL="1828800" algn="l">
              <a:spcBef>
                <a:spcPts val="400"/>
              </a:spcBef>
              <a:spcAft>
                <a:spcPts val="0"/>
              </a:spcAft>
              <a:buClr>
                <a:schemeClr val="lt1"/>
              </a:buClr>
              <a:buSzPts val="2000"/>
              <a:buChar char="–"/>
              <a:defRPr sz="2000">
                <a:solidFill>
                  <a:schemeClr val="lt1"/>
                </a:solidFill>
              </a:defRPr>
            </a:lvl4pPr>
            <a:lvl5pPr indent="-355600" lvl="4" marL="2286000" algn="l">
              <a:spcBef>
                <a:spcPts val="400"/>
              </a:spcBef>
              <a:spcAft>
                <a:spcPts val="0"/>
              </a:spcAft>
              <a:buClr>
                <a:schemeClr val="lt1"/>
              </a:buClr>
              <a:buSzPts val="2000"/>
              <a:buChar char="»"/>
              <a:defRPr sz="2000">
                <a:solidFill>
                  <a:schemeClr val="lt1"/>
                </a:solidFill>
              </a:defRPr>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311" name="Google Shape;311;p74"/>
          <p:cNvSpPr txBox="1"/>
          <p:nvPr>
            <p:ph idx="2" type="body"/>
          </p:nvPr>
        </p:nvSpPr>
        <p:spPr>
          <a:xfrm>
            <a:off x="228600" y="1435101"/>
            <a:ext cx="3008313" cy="3822699"/>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5B5B5B"/>
              </a:buClr>
              <a:buSzPts val="1400"/>
              <a:buNone/>
              <a:defRPr sz="1400">
                <a:solidFill>
                  <a:srgbClr val="5B5B5B"/>
                </a:solidFill>
              </a:defRPr>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12" name="Google Shape;312;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3" name="Google Shape;313;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4" name="Google Shape;314;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ia with Caption" showMasterSp="0">
  <p:cSld name="Media with Caption">
    <p:spTree>
      <p:nvGrpSpPr>
        <p:cNvPr id="322" name="Shape 322"/>
        <p:cNvGrpSpPr/>
        <p:nvPr/>
      </p:nvGrpSpPr>
      <p:grpSpPr>
        <a:xfrm>
          <a:off x="0" y="0"/>
          <a:ext cx="0" cy="0"/>
          <a:chOff x="0" y="0"/>
          <a:chExt cx="0" cy="0"/>
        </a:xfrm>
      </p:grpSpPr>
      <p:sp>
        <p:nvSpPr>
          <p:cNvPr id="323" name="Google Shape;323;p76"/>
          <p:cNvSpPr txBox="1"/>
          <p:nvPr>
            <p:ph type="title"/>
          </p:nvPr>
        </p:nvSpPr>
        <p:spPr>
          <a:xfrm>
            <a:off x="606552" y="4800600"/>
            <a:ext cx="4809244"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SzPts val="1400"/>
              <a:buNone/>
              <a:defRPr b="0" i="1" sz="1800">
                <a:solidFill>
                  <a:srgbClr val="D8D8D8"/>
                </a:solidFill>
                <a:latin typeface="Georgia"/>
                <a:ea typeface="Georgia"/>
                <a:cs typeface="Georgia"/>
                <a:sym typeface="Georgia"/>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4" name="Google Shape;324;p76"/>
          <p:cNvSpPr/>
          <p:nvPr>
            <p:ph idx="2" type="media"/>
          </p:nvPr>
        </p:nvSpPr>
        <p:spPr>
          <a:xfrm>
            <a:off x="587022" y="838200"/>
            <a:ext cx="4873752" cy="3812822"/>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25" name="Google Shape;325;p76"/>
          <p:cNvSpPr txBox="1"/>
          <p:nvPr>
            <p:ph idx="1" type="body"/>
          </p:nvPr>
        </p:nvSpPr>
        <p:spPr>
          <a:xfrm>
            <a:off x="5776863" y="838200"/>
            <a:ext cx="2819400" cy="4636911"/>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chemeClr val="lt1"/>
              </a:buClr>
              <a:buSzPts val="2400"/>
              <a:buNone/>
              <a:defRPr sz="2400">
                <a:solidFill>
                  <a:schemeClr val="lt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6" name="Google Shape;326;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7" name="Google Shape;327;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8" name="Google Shape;328;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336" name="Shape 336"/>
        <p:cNvGrpSpPr/>
        <p:nvPr/>
      </p:nvGrpSpPr>
      <p:grpSpPr>
        <a:xfrm>
          <a:off x="0" y="0"/>
          <a:ext cx="0" cy="0"/>
          <a:chOff x="0" y="0"/>
          <a:chExt cx="0" cy="0"/>
        </a:xfrm>
      </p:grpSpPr>
      <p:sp>
        <p:nvSpPr>
          <p:cNvPr id="337" name="Google Shape;337;p7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SzPts val="1400"/>
              <a:buNone/>
              <a:defRPr b="0" i="1" sz="1800">
                <a:solidFill>
                  <a:srgbClr val="D8D8D8"/>
                </a:solidFill>
                <a:latin typeface="Georgia"/>
                <a:ea typeface="Georgia"/>
                <a:cs typeface="Georgia"/>
                <a:sym typeface="Georgia"/>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8" name="Google Shape;338;p78"/>
          <p:cNvSpPr/>
          <p:nvPr>
            <p:ph idx="2" type="pic"/>
          </p:nvPr>
        </p:nvSpPr>
        <p:spPr>
          <a:xfrm>
            <a:off x="1792288" y="612775"/>
            <a:ext cx="5486400" cy="4114800"/>
          </a:xfrm>
          <a:prstGeom prst="rect">
            <a:avLst/>
          </a:prstGeom>
          <a:noFill/>
          <a:ln>
            <a:noFill/>
          </a:ln>
        </p:spPr>
      </p:sp>
      <p:sp>
        <p:nvSpPr>
          <p:cNvPr id="339" name="Google Shape;339;p78"/>
          <p:cNvSpPr txBox="1"/>
          <p:nvPr>
            <p:ph idx="1" type="body"/>
          </p:nvPr>
        </p:nvSpPr>
        <p:spPr>
          <a:xfrm>
            <a:off x="1792288" y="5562600"/>
            <a:ext cx="5486400" cy="609600"/>
          </a:xfrm>
          <a:prstGeom prst="rect">
            <a:avLst/>
          </a:prstGeom>
          <a:noFill/>
          <a:ln>
            <a:noFill/>
          </a:ln>
        </p:spPr>
        <p:txBody>
          <a:bodyPr anchorCtr="0" anchor="t" bIns="45700" lIns="91425" spcFirstLastPara="1" rIns="91425" wrap="square" tIns="45700">
            <a:noAutofit/>
          </a:bodyPr>
          <a:lstStyle>
            <a:lvl1pPr indent="-228600" lvl="0" marL="457200" algn="ctr">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40" name="Google Shape;340;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1" name="Google Shape;341;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2" name="Google Shape;342;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p:cSld name="Title and Vertical Text">
    <p:spTree>
      <p:nvGrpSpPr>
        <p:cNvPr id="349" name="Shape 349"/>
        <p:cNvGrpSpPr/>
        <p:nvPr/>
      </p:nvGrpSpPr>
      <p:grpSpPr>
        <a:xfrm>
          <a:off x="0" y="0"/>
          <a:ext cx="0" cy="0"/>
          <a:chOff x="0" y="0"/>
          <a:chExt cx="0" cy="0"/>
        </a:xfrm>
      </p:grpSpPr>
      <p:sp>
        <p:nvSpPr>
          <p:cNvPr id="350" name="Google Shape;350;p80"/>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1" name="Google Shape;351;p80"/>
          <p:cNvSpPr txBox="1"/>
          <p:nvPr>
            <p:ph type="title"/>
          </p:nvPr>
        </p:nvSpPr>
        <p:spPr>
          <a:xfrm>
            <a:off x="0" y="414867"/>
            <a:ext cx="5029200" cy="457200"/>
          </a:xfrm>
          <a:prstGeom prst="rect">
            <a:avLst/>
          </a:prstGeom>
          <a:solidFill>
            <a:srgbClr val="929292"/>
          </a:solid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2800">
                <a:solidFill>
                  <a:schemeClr val="lt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2" name="Google Shape;352;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D8D8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3" name="Google Shape;353;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4" name="Google Shape;354;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361" name="Shape 361"/>
        <p:cNvGrpSpPr/>
        <p:nvPr/>
      </p:nvGrpSpPr>
      <p:grpSpPr>
        <a:xfrm>
          <a:off x="0" y="0"/>
          <a:ext cx="0" cy="0"/>
          <a:chOff x="0" y="0"/>
          <a:chExt cx="0" cy="0"/>
        </a:xfrm>
      </p:grpSpPr>
      <p:sp>
        <p:nvSpPr>
          <p:cNvPr id="362" name="Google Shape;362;p82"/>
          <p:cNvSpPr txBox="1"/>
          <p:nvPr>
            <p:ph type="title"/>
          </p:nvPr>
        </p:nvSpPr>
        <p:spPr>
          <a:xfrm rot="5400000">
            <a:off x="38179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3" name="Google Shape;363;p82"/>
          <p:cNvSpPr txBox="1"/>
          <p:nvPr>
            <p:ph idx="1" type="body"/>
          </p:nvPr>
        </p:nvSpPr>
        <p:spPr>
          <a:xfrm rot="5400000">
            <a:off x="84138" y="647701"/>
            <a:ext cx="5851525" cy="5105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4" name="Google Shape;364;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47474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5" name="Google Shape;365;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6" name="Google Shape;366;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image" Target="../media/image18.jpg"/><Relationship Id="rId3" Type="http://schemas.openxmlformats.org/officeDocument/2006/relationships/image" Target="../media/image4.jpg"/><Relationship Id="rId4" Type="http://schemas.openxmlformats.org/officeDocument/2006/relationships/image" Target="../media/image24.jpg"/><Relationship Id="rId5" Type="http://schemas.openxmlformats.org/officeDocument/2006/relationships/image" Target="../media/image1.jpg"/><Relationship Id="rId6" Type="http://schemas.openxmlformats.org/officeDocument/2006/relationships/slideLayout" Target="../slideLayouts/slideLayout1.xml"/><Relationship Id="rId7" Type="http://schemas.openxmlformats.org/officeDocument/2006/relationships/theme" Target="../theme/theme2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image" Target="../media/image13.jpg"/><Relationship Id="rId3" Type="http://schemas.openxmlformats.org/officeDocument/2006/relationships/slideLayout" Target="../slideLayouts/slideLayout2.xml"/><Relationship Id="rId4"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3.jpg"/><Relationship Id="rId2" Type="http://schemas.openxmlformats.org/officeDocument/2006/relationships/theme" Target="../theme/theme6.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3.jpg"/><Relationship Id="rId2" Type="http://schemas.openxmlformats.org/officeDocument/2006/relationships/theme" Target="../theme/theme9.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15.jpg"/><Relationship Id="rId2" Type="http://schemas.openxmlformats.org/officeDocument/2006/relationships/slideLayout" Target="../slideLayouts/slideLayout3.xml"/><Relationship Id="rId3" Type="http://schemas.openxmlformats.org/officeDocument/2006/relationships/theme" Target="../theme/theme11.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image" Target="../media/image13.jpg"/><Relationship Id="rId3" Type="http://schemas.openxmlformats.org/officeDocument/2006/relationships/slideLayout" Target="../slideLayouts/slideLayout4.xml"/><Relationship Id="rId4" Type="http://schemas.openxmlformats.org/officeDocument/2006/relationships/theme" Target="../theme/theme21.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image" Target="../media/image13.jpg"/><Relationship Id="rId3" Type="http://schemas.openxmlformats.org/officeDocument/2006/relationships/slideLayout" Target="../slideLayouts/slideLayout5.xml"/><Relationship Id="rId4" Type="http://schemas.openxmlformats.org/officeDocument/2006/relationships/theme" Target="../theme/theme4.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6.xml"/><Relationship Id="rId3"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2.jpg"/><Relationship Id="rId3" Type="http://schemas.openxmlformats.org/officeDocument/2006/relationships/slideLayout" Target="../slideLayouts/slideLayout7.xml"/><Relationship Id="rId4" Type="http://schemas.openxmlformats.org/officeDocument/2006/relationships/theme" Target="../theme/theme7.xml"/></Relationships>
</file>

<file path=ppt/slideMasters/_rels/slideMaster10.xml.rels><?xml version="1.0" encoding="UTF-8" standalone="yes"?><Relationships xmlns="http://schemas.openxmlformats.org/package/2006/relationships"><Relationship Id="rId1" Type="http://schemas.openxmlformats.org/officeDocument/2006/relationships/image" Target="../media/image7.jpg"/><Relationship Id="rId2" Type="http://schemas.openxmlformats.org/officeDocument/2006/relationships/slideLayout" Target="../slideLayouts/slideLayout8.xml"/><Relationship Id="rId3" Type="http://schemas.openxmlformats.org/officeDocument/2006/relationships/theme" Target="../theme/theme16.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9.xml"/><Relationship Id="rId3" Type="http://schemas.openxmlformats.org/officeDocument/2006/relationships/theme" Target="../theme/theme17.xml"/></Relationships>
</file>

<file path=ppt/slideMasters/_rels/slideMaster12.xml.rels><?xml version="1.0" encoding="UTF-8" standalone="yes"?><Relationships xmlns="http://schemas.openxmlformats.org/package/2006/relationships"><Relationship Id="rId1" Type="http://schemas.openxmlformats.org/officeDocument/2006/relationships/image" Target="../media/image16.jpg"/><Relationship Id="rId2" Type="http://schemas.openxmlformats.org/officeDocument/2006/relationships/slideLayout" Target="../slideLayouts/slideLayout10.xml"/><Relationship Id="rId3" Type="http://schemas.openxmlformats.org/officeDocument/2006/relationships/theme" Target="../theme/theme26.xml"/></Relationships>
</file>

<file path=ppt/slideMasters/_rels/slideMaster13.xml.rels><?xml version="1.0" encoding="UTF-8" standalone="yes"?><Relationships xmlns="http://schemas.openxmlformats.org/package/2006/relationships"><Relationship Id="rId1" Type="http://schemas.openxmlformats.org/officeDocument/2006/relationships/image" Target="../media/image19.jpg"/><Relationship Id="rId2" Type="http://schemas.openxmlformats.org/officeDocument/2006/relationships/slideLayout" Target="../slideLayouts/slideLayout11.xml"/><Relationship Id="rId3" Type="http://schemas.openxmlformats.org/officeDocument/2006/relationships/theme" Target="../theme/theme23.xml"/></Relationships>
</file>

<file path=ppt/slideMasters/_rels/slideMaster14.xml.rels><?xml version="1.0" encoding="UTF-8" standalone="yes"?><Relationships xmlns="http://schemas.openxmlformats.org/package/2006/relationships"><Relationship Id="rId1" Type="http://schemas.openxmlformats.org/officeDocument/2006/relationships/image" Target="../media/image19.jpg"/><Relationship Id="rId2" Type="http://schemas.openxmlformats.org/officeDocument/2006/relationships/slideLayout" Target="../slideLayouts/slideLayout12.xml"/><Relationship Id="rId3" Type="http://schemas.openxmlformats.org/officeDocument/2006/relationships/theme" Target="../theme/theme22.xml"/></Relationships>
</file>

<file path=ppt/slideMasters/_rels/slideMaster15.xml.rels><?xml version="1.0" encoding="UTF-8" standalone="yes"?><Relationships xmlns="http://schemas.openxmlformats.org/package/2006/relationships"><Relationship Id="rId1" Type="http://schemas.openxmlformats.org/officeDocument/2006/relationships/image" Target="../media/image23.jpg"/><Relationship Id="rId2" Type="http://schemas.openxmlformats.org/officeDocument/2006/relationships/slideLayout" Target="../slideLayouts/slideLayout13.xml"/><Relationship Id="rId3" Type="http://schemas.openxmlformats.org/officeDocument/2006/relationships/theme" Target="../theme/theme5.xml"/></Relationships>
</file>

<file path=ppt/slideMasters/_rels/slideMaster16.xml.rels><?xml version="1.0" encoding="UTF-8" standalone="yes"?><Relationships xmlns="http://schemas.openxmlformats.org/package/2006/relationships"><Relationship Id="rId1" Type="http://schemas.openxmlformats.org/officeDocument/2006/relationships/image" Target="../media/image22.jpg"/><Relationship Id="rId2" Type="http://schemas.openxmlformats.org/officeDocument/2006/relationships/slideLayout" Target="../slideLayouts/slideLayout14.xml"/><Relationship Id="rId3" Type="http://schemas.openxmlformats.org/officeDocument/2006/relationships/theme" Target="../theme/theme13.xml"/></Relationships>
</file>

<file path=ppt/slideMasters/_rels/slideMaster17.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image" Target="../media/image18.jpg"/><Relationship Id="rId3" Type="http://schemas.openxmlformats.org/officeDocument/2006/relationships/image" Target="../media/image4.jpg"/><Relationship Id="rId4" Type="http://schemas.openxmlformats.org/officeDocument/2006/relationships/image" Target="../media/image24.jpg"/><Relationship Id="rId5" Type="http://schemas.openxmlformats.org/officeDocument/2006/relationships/image" Target="../media/image1.jpg"/><Relationship Id="rId6" Type="http://schemas.openxmlformats.org/officeDocument/2006/relationships/slideLayout" Target="../slideLayouts/slideLayout15.xml"/><Relationship Id="rId7" Type="http://schemas.openxmlformats.org/officeDocument/2006/relationships/theme" Target="../theme/theme19.xml"/></Relationships>
</file>

<file path=ppt/slideMasters/_rels/slideMaster18.xml.rels><?xml version="1.0" encoding="UTF-8" standalone="yes"?><Relationships xmlns="http://schemas.openxmlformats.org/package/2006/relationships"><Relationship Id="rId1" Type="http://schemas.openxmlformats.org/officeDocument/2006/relationships/image" Target="../media/image15.jpg"/><Relationship Id="rId2" Type="http://schemas.openxmlformats.org/officeDocument/2006/relationships/slideLayout" Target="../slideLayouts/slideLayout16.xml"/><Relationship Id="rId3" Type="http://schemas.openxmlformats.org/officeDocument/2006/relationships/theme" Target="../theme/theme18.xml"/></Relationships>
</file>

<file path=ppt/slideMasters/_rels/slideMaster19.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image" Target="../media/image13.jpg"/><Relationship Id="rId3" Type="http://schemas.openxmlformats.org/officeDocument/2006/relationships/slideLayout" Target="../slideLayouts/slideLayout17.xml"/><Relationship Id="rId4" Type="http://schemas.openxmlformats.org/officeDocument/2006/relationships/theme" Target="../theme/theme25.xml"/></Relationships>
</file>

<file path=ppt/slideMasters/_rels/slideMaster20.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8.xml"/><Relationship Id="rId3" Type="http://schemas.openxmlformats.org/officeDocument/2006/relationships/theme" Target="../theme/theme24.xml"/></Relationships>
</file>

<file path=ppt/slideMasters/_rels/slideMaster2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2.jpg"/><Relationship Id="rId3" Type="http://schemas.openxmlformats.org/officeDocument/2006/relationships/slideLayout" Target="../slideLayouts/slideLayout19.xml"/><Relationship Id="rId4" Type="http://schemas.openxmlformats.org/officeDocument/2006/relationships/theme" Target="../theme/theme1.xml"/></Relationships>
</file>

<file path=ppt/slideMasters/_rels/slideMaster22.xml.rels><?xml version="1.0" encoding="UTF-8" standalone="yes"?><Relationships xmlns="http://schemas.openxmlformats.org/package/2006/relationships"><Relationship Id="rId1" Type="http://schemas.openxmlformats.org/officeDocument/2006/relationships/image" Target="../media/image7.jpg"/><Relationship Id="rId2" Type="http://schemas.openxmlformats.org/officeDocument/2006/relationships/slideLayout" Target="../slideLayouts/slideLayout20.xml"/><Relationship Id="rId3" Type="http://schemas.openxmlformats.org/officeDocument/2006/relationships/theme" Target="../theme/theme2.xml"/></Relationships>
</file>

<file path=ppt/slideMasters/_rels/slideMaster2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21.xml"/><Relationship Id="rId3" Type="http://schemas.openxmlformats.org/officeDocument/2006/relationships/theme" Target="../theme/theme20.xml"/></Relationships>
</file>

<file path=ppt/slideMasters/_rels/slideMaster24.xml.rels><?xml version="1.0" encoding="UTF-8" standalone="yes"?><Relationships xmlns="http://schemas.openxmlformats.org/package/2006/relationships"><Relationship Id="rId1" Type="http://schemas.openxmlformats.org/officeDocument/2006/relationships/image" Target="../media/image16.jpg"/><Relationship Id="rId2" Type="http://schemas.openxmlformats.org/officeDocument/2006/relationships/slideLayout" Target="../slideLayouts/slideLayout22.xml"/><Relationship Id="rId3" Type="http://schemas.openxmlformats.org/officeDocument/2006/relationships/theme" Target="../theme/theme10.xml"/></Relationships>
</file>

<file path=ppt/slideMasters/_rels/slideMaster25.xml.rels><?xml version="1.0" encoding="UTF-8" standalone="yes"?><Relationships xmlns="http://schemas.openxmlformats.org/package/2006/relationships"><Relationship Id="rId1" Type="http://schemas.openxmlformats.org/officeDocument/2006/relationships/image" Target="../media/image19.jpg"/><Relationship Id="rId2" Type="http://schemas.openxmlformats.org/officeDocument/2006/relationships/slideLayout" Target="../slideLayouts/slideLayout23.xml"/><Relationship Id="rId3" Type="http://schemas.openxmlformats.org/officeDocument/2006/relationships/theme" Target="../theme/theme27.xml"/></Relationships>
</file>

<file path=ppt/slideMasters/_rels/slideMaster26.xml.rels><?xml version="1.0" encoding="UTF-8" standalone="yes"?><Relationships xmlns="http://schemas.openxmlformats.org/package/2006/relationships"><Relationship Id="rId1" Type="http://schemas.openxmlformats.org/officeDocument/2006/relationships/image" Target="../media/image19.jpg"/><Relationship Id="rId2" Type="http://schemas.openxmlformats.org/officeDocument/2006/relationships/slideLayout" Target="../slideLayouts/slideLayout24.xml"/><Relationship Id="rId3" Type="http://schemas.openxmlformats.org/officeDocument/2006/relationships/theme" Target="../theme/theme14.xml"/></Relationships>
</file>

<file path=ppt/slideMasters/_rels/slideMaster27.xml.rels><?xml version="1.0" encoding="UTF-8" standalone="yes"?><Relationships xmlns="http://schemas.openxmlformats.org/package/2006/relationships"><Relationship Id="rId1" Type="http://schemas.openxmlformats.org/officeDocument/2006/relationships/image" Target="../media/image23.jpg"/><Relationship Id="rId2" Type="http://schemas.openxmlformats.org/officeDocument/2006/relationships/slideLayout" Target="../slideLayouts/slideLayout25.xml"/><Relationship Id="rId3" Type="http://schemas.openxmlformats.org/officeDocument/2006/relationships/theme" Target="../theme/theme12.xml"/></Relationships>
</file>

<file path=ppt/slideMasters/_rels/slideMaster28.xml.rels><?xml version="1.0" encoding="UTF-8" standalone="yes"?><Relationships xmlns="http://schemas.openxmlformats.org/package/2006/relationships"><Relationship Id="rId1" Type="http://schemas.openxmlformats.org/officeDocument/2006/relationships/image" Target="../media/image22.jpg"/><Relationship Id="rId2" Type="http://schemas.openxmlformats.org/officeDocument/2006/relationships/slideLayout" Target="../slideLayouts/slideLayout26.xml"/><Relationship Id="rId3" Type="http://schemas.openxmlformats.org/officeDocument/2006/relationships/theme" Target="../theme/theme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29"/>
          <p:cNvPicPr preferRelativeResize="0"/>
          <p:nvPr/>
        </p:nvPicPr>
        <p:blipFill rotWithShape="1">
          <a:blip r:embed="rId1">
            <a:alphaModFix/>
          </a:blip>
          <a:srcRect b="0" l="0" r="0" t="0"/>
          <a:stretch/>
        </p:blipFill>
        <p:spPr>
          <a:xfrm>
            <a:off x="20637" y="20637"/>
            <a:ext cx="3498850" cy="2825750"/>
          </a:xfrm>
          <a:prstGeom prst="rect">
            <a:avLst/>
          </a:prstGeom>
          <a:noFill/>
          <a:ln>
            <a:noFill/>
          </a:ln>
        </p:spPr>
      </p:pic>
      <p:pic>
        <p:nvPicPr>
          <p:cNvPr id="11" name="Google Shape;11;p29"/>
          <p:cNvPicPr preferRelativeResize="0"/>
          <p:nvPr/>
        </p:nvPicPr>
        <p:blipFill rotWithShape="1">
          <a:blip r:embed="rId2">
            <a:alphaModFix/>
          </a:blip>
          <a:srcRect b="0" l="0" r="0" t="0"/>
          <a:stretch/>
        </p:blipFill>
        <p:spPr>
          <a:xfrm>
            <a:off x="3503612" y="20637"/>
            <a:ext cx="5624512" cy="2825750"/>
          </a:xfrm>
          <a:prstGeom prst="rect">
            <a:avLst/>
          </a:prstGeom>
          <a:noFill/>
          <a:ln>
            <a:noFill/>
          </a:ln>
        </p:spPr>
      </p:pic>
      <p:pic>
        <p:nvPicPr>
          <p:cNvPr id="12" name="Google Shape;12;p29"/>
          <p:cNvPicPr preferRelativeResize="0"/>
          <p:nvPr/>
        </p:nvPicPr>
        <p:blipFill rotWithShape="1">
          <a:blip r:embed="rId3">
            <a:alphaModFix/>
          </a:blip>
          <a:srcRect b="0" l="0" r="0" t="0"/>
          <a:stretch/>
        </p:blipFill>
        <p:spPr>
          <a:xfrm>
            <a:off x="20637" y="2817812"/>
            <a:ext cx="7669212" cy="2297112"/>
          </a:xfrm>
          <a:prstGeom prst="rect">
            <a:avLst/>
          </a:prstGeom>
          <a:noFill/>
          <a:ln>
            <a:noFill/>
          </a:ln>
        </p:spPr>
      </p:pic>
      <p:pic>
        <p:nvPicPr>
          <p:cNvPr id="13" name="Google Shape;13;p29"/>
          <p:cNvPicPr preferRelativeResize="0"/>
          <p:nvPr/>
        </p:nvPicPr>
        <p:blipFill rotWithShape="1">
          <a:blip r:embed="rId4">
            <a:alphaModFix/>
          </a:blip>
          <a:srcRect b="0" l="0" r="0" t="0"/>
          <a:stretch/>
        </p:blipFill>
        <p:spPr>
          <a:xfrm>
            <a:off x="7662862" y="2819400"/>
            <a:ext cx="1460500" cy="2293937"/>
          </a:xfrm>
          <a:prstGeom prst="rect">
            <a:avLst/>
          </a:prstGeom>
          <a:noFill/>
          <a:ln>
            <a:noFill/>
          </a:ln>
        </p:spPr>
      </p:pic>
      <p:pic>
        <p:nvPicPr>
          <p:cNvPr id="14" name="Google Shape;14;p29"/>
          <p:cNvPicPr preferRelativeResize="0"/>
          <p:nvPr/>
        </p:nvPicPr>
        <p:blipFill rotWithShape="1">
          <a:blip r:embed="rId5">
            <a:alphaModFix/>
          </a:blip>
          <a:srcRect b="0" l="0" r="0" t="0"/>
          <a:stretch/>
        </p:blipFill>
        <p:spPr>
          <a:xfrm>
            <a:off x="20637" y="5089525"/>
            <a:ext cx="9097962" cy="1738312"/>
          </a:xfrm>
          <a:prstGeom prst="rect">
            <a:avLst/>
          </a:prstGeom>
          <a:noFill/>
          <a:ln>
            <a:noFill/>
          </a:ln>
        </p:spPr>
      </p:pic>
      <p:sp>
        <p:nvSpPr>
          <p:cNvPr id="15" name="Google Shape;15;p29"/>
          <p:cNvSpPr txBox="1"/>
          <p:nvPr/>
        </p:nvSpPr>
        <p:spPr>
          <a:xfrm>
            <a:off x="8755062" y="2470150"/>
            <a:ext cx="304800" cy="152400"/>
          </a:xfrm>
          <a:prstGeom prst="rect">
            <a:avLst/>
          </a:prstGeom>
          <a:solidFill>
            <a:srgbClr val="F2741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6" name="Google Shape;16;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7" name="Google Shape;17;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chemeClr val="lt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7" name="Shape 27"/>
        <p:cNvGrpSpPr/>
        <p:nvPr/>
      </p:nvGrpSpPr>
      <p:grpSpPr>
        <a:xfrm>
          <a:off x="0" y="0"/>
          <a:ext cx="0" cy="0"/>
          <a:chOff x="0" y="0"/>
          <a:chExt cx="0" cy="0"/>
        </a:xfrm>
      </p:grpSpPr>
      <p:pic>
        <p:nvPicPr>
          <p:cNvPr id="28" name="Google Shape;28;p31"/>
          <p:cNvPicPr preferRelativeResize="0"/>
          <p:nvPr/>
        </p:nvPicPr>
        <p:blipFill rotWithShape="1">
          <a:blip r:embed="rId2">
            <a:alphaModFix/>
          </a:blip>
          <a:srcRect b="5261" l="2598" r="5873" t="0"/>
          <a:stretch/>
        </p:blipFill>
        <p:spPr>
          <a:xfrm>
            <a:off x="3175" y="5867400"/>
            <a:ext cx="9144000" cy="1054100"/>
          </a:xfrm>
          <a:prstGeom prst="rect">
            <a:avLst/>
          </a:prstGeom>
          <a:noFill/>
          <a:ln>
            <a:noFill/>
          </a:ln>
        </p:spPr>
      </p:pic>
      <p:sp>
        <p:nvSpPr>
          <p:cNvPr id="29" name="Google Shape;29;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0" name="Google Shape;30;p3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1" name="Google Shape;3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474747"/>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 name="Shape 40"/>
        <p:cNvGrpSpPr/>
        <p:nvPr/>
      </p:nvGrpSpPr>
      <p:grpSpPr>
        <a:xfrm>
          <a:off x="0" y="0"/>
          <a:ext cx="0" cy="0"/>
          <a:chOff x="0" y="0"/>
          <a:chExt cx="0" cy="0"/>
        </a:xfrm>
      </p:grpSpPr>
      <p:pic>
        <p:nvPicPr>
          <p:cNvPr id="41" name="Google Shape;41;p33"/>
          <p:cNvPicPr preferRelativeResize="0"/>
          <p:nvPr/>
        </p:nvPicPr>
        <p:blipFill rotWithShape="1">
          <a:blip r:embed="rId1">
            <a:alphaModFix/>
          </a:blip>
          <a:srcRect b="5261" l="2598" r="5873" t="0"/>
          <a:stretch/>
        </p:blipFill>
        <p:spPr>
          <a:xfrm>
            <a:off x="3175" y="5867400"/>
            <a:ext cx="9144000" cy="1054100"/>
          </a:xfrm>
          <a:prstGeom prst="rect">
            <a:avLst/>
          </a:prstGeom>
          <a:noFill/>
          <a:ln>
            <a:noFill/>
          </a:ln>
        </p:spPr>
      </p:pic>
      <p:sp>
        <p:nvSpPr>
          <p:cNvPr id="42" name="Google Shape;42;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43" name="Google Shape;43;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D8D8D"/>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46" name="Google Shape;46;p3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 name="Shape 47"/>
        <p:cNvGrpSpPr/>
        <p:nvPr/>
      </p:nvGrpSpPr>
      <p:grpSpPr>
        <a:xfrm>
          <a:off x="0" y="0"/>
          <a:ext cx="0" cy="0"/>
          <a:chOff x="0" y="0"/>
          <a:chExt cx="0" cy="0"/>
        </a:xfrm>
      </p:grpSpPr>
      <p:pic>
        <p:nvPicPr>
          <p:cNvPr id="48" name="Google Shape;48;p34"/>
          <p:cNvPicPr preferRelativeResize="0"/>
          <p:nvPr/>
        </p:nvPicPr>
        <p:blipFill rotWithShape="1">
          <a:blip r:embed="rId1">
            <a:alphaModFix/>
          </a:blip>
          <a:srcRect b="5261" l="2598" r="5873" t="0"/>
          <a:stretch/>
        </p:blipFill>
        <p:spPr>
          <a:xfrm>
            <a:off x="3175" y="5867400"/>
            <a:ext cx="9144000" cy="1054100"/>
          </a:xfrm>
          <a:prstGeom prst="rect">
            <a:avLst/>
          </a:prstGeom>
          <a:noFill/>
          <a:ln>
            <a:noFill/>
          </a:ln>
        </p:spPr>
      </p:pic>
      <p:sp>
        <p:nvSpPr>
          <p:cNvPr id="49" name="Google Shape;49;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50" name="Google Shape;50;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D8D8D"/>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 name="Google Shape;51;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3" name="Google Shape;53;p3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4" name="Shape 54"/>
        <p:cNvGrpSpPr/>
        <p:nvPr/>
      </p:nvGrpSpPr>
      <p:grpSpPr>
        <a:xfrm>
          <a:off x="0" y="0"/>
          <a:ext cx="0" cy="0"/>
          <a:chOff x="0" y="0"/>
          <a:chExt cx="0" cy="0"/>
        </a:xfrm>
      </p:grpSpPr>
      <p:sp>
        <p:nvSpPr>
          <p:cNvPr id="55" name="Google Shape;55;p35"/>
          <p:cNvSpPr/>
          <p:nvPr/>
        </p:nvSpPr>
        <p:spPr>
          <a:xfrm>
            <a:off x="762000" y="1946209"/>
            <a:ext cx="2057400" cy="2057400"/>
          </a:xfrm>
          <a:prstGeom prst="ellipse">
            <a:avLst/>
          </a:prstGeom>
          <a:gradFill>
            <a:gsLst>
              <a:gs pos="0">
                <a:srgbClr val="F39C29"/>
              </a:gs>
              <a:gs pos="50000">
                <a:srgbClr val="F7931D"/>
              </a:gs>
              <a:gs pos="100000">
                <a:srgbClr val="FF6600"/>
              </a:gs>
            </a:gsLst>
            <a:path path="circle">
              <a:fillToRect b="50%" l="50%" r="50%" t="50%"/>
            </a:path>
            <a:tileRect/>
          </a:gradFill>
          <a:ln>
            <a:noFill/>
          </a:ln>
          <a:effectLst>
            <a:outerShdw blurRad="152400" sx="90000" rotWithShape="0" dir="5400000" dist="165100" sy="-19000">
              <a:srgbClr val="000000">
                <a:alpha val="1098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             </a:t>
            </a:r>
            <a:endParaRPr/>
          </a:p>
        </p:txBody>
      </p:sp>
      <p:sp>
        <p:nvSpPr>
          <p:cNvPr id="56" name="Google Shape;56;p35"/>
          <p:cNvSpPr txBox="1"/>
          <p:nvPr/>
        </p:nvSpPr>
        <p:spPr>
          <a:xfrm>
            <a:off x="8686800" y="5265737"/>
            <a:ext cx="457200" cy="96837"/>
          </a:xfrm>
          <a:prstGeom prst="rect">
            <a:avLst/>
          </a:prstGeom>
          <a:solidFill>
            <a:srgbClr val="FF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6600"/>
              </a:buClr>
              <a:buSzPts val="1800"/>
              <a:buFont typeface="Calibri"/>
              <a:buNone/>
            </a:pPr>
            <a:r>
              <a:rPr b="0" i="0" lang="en-US" sz="1800" u="none">
                <a:solidFill>
                  <a:srgbClr val="FF6600"/>
                </a:solidFill>
                <a:latin typeface="Calibri"/>
                <a:ea typeface="Calibri"/>
                <a:cs typeface="Calibri"/>
                <a:sym typeface="Calibri"/>
              </a:rPr>
              <a:t>           </a:t>
            </a:r>
            <a:endParaRPr/>
          </a:p>
        </p:txBody>
      </p:sp>
      <p:sp>
        <p:nvSpPr>
          <p:cNvPr id="57" name="Google Shape;57;p35"/>
          <p:cNvSpPr/>
          <p:nvPr/>
        </p:nvSpPr>
        <p:spPr>
          <a:xfrm>
            <a:off x="1007328" y="1992354"/>
            <a:ext cx="1583472" cy="1295400"/>
          </a:xfrm>
          <a:prstGeom prst="ellipse">
            <a:avLst/>
          </a:prstGeom>
          <a:gradFill>
            <a:gsLst>
              <a:gs pos="0">
                <a:srgbClr val="FFFFFF">
                  <a:alpha val="6666"/>
                </a:srgbClr>
              </a:gs>
              <a:gs pos="63000">
                <a:srgbClr val="FFFFFF">
                  <a:alpha val="6666"/>
                </a:srgbClr>
              </a:gs>
              <a:gs pos="72000">
                <a:srgbClr val="FFFFFF">
                  <a:alpha val="14901"/>
                </a:srgbClr>
              </a:gs>
              <a:gs pos="91000">
                <a:srgbClr val="FFFFFF">
                  <a:alpha val="27843"/>
                </a:srgbClr>
              </a:gs>
              <a:gs pos="100000">
                <a:srgbClr val="FFFFFF">
                  <a:alpha val="27843"/>
                </a:srgbClr>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       </a:t>
            </a:r>
            <a:endParaRPr/>
          </a:p>
        </p:txBody>
      </p:sp>
      <p:sp>
        <p:nvSpPr>
          <p:cNvPr id="58" name="Google Shape;58;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59" name="Google Shape;59;p3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0" name="Google Shape;60;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67" name="Shape 67"/>
        <p:cNvGrpSpPr/>
        <p:nvPr/>
      </p:nvGrpSpPr>
      <p:grpSpPr>
        <a:xfrm>
          <a:off x="0" y="0"/>
          <a:ext cx="0" cy="0"/>
          <a:chOff x="0" y="0"/>
          <a:chExt cx="0" cy="0"/>
        </a:xfrm>
      </p:grpSpPr>
      <p:pic>
        <p:nvPicPr>
          <p:cNvPr id="68" name="Google Shape;68;p37"/>
          <p:cNvPicPr preferRelativeResize="0"/>
          <p:nvPr/>
        </p:nvPicPr>
        <p:blipFill rotWithShape="1">
          <a:blip r:embed="rId2">
            <a:alphaModFix/>
          </a:blip>
          <a:srcRect b="5261" l="2598" r="5873" t="0"/>
          <a:stretch/>
        </p:blipFill>
        <p:spPr>
          <a:xfrm>
            <a:off x="3175" y="5867400"/>
            <a:ext cx="9144000" cy="1054100"/>
          </a:xfrm>
          <a:prstGeom prst="rect">
            <a:avLst/>
          </a:prstGeom>
          <a:noFill/>
          <a:ln>
            <a:noFill/>
          </a:ln>
        </p:spPr>
      </p:pic>
      <p:sp>
        <p:nvSpPr>
          <p:cNvPr id="69" name="Google Shape;69;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0" name="Google Shape;70;p3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1" name="Google Shape;7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474747"/>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 name="Google Shape;7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3" name="Google Shape;7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0" name="Shape 80"/>
        <p:cNvGrpSpPr/>
        <p:nvPr/>
      </p:nvGrpSpPr>
      <p:grpSpPr>
        <a:xfrm>
          <a:off x="0" y="0"/>
          <a:ext cx="0" cy="0"/>
          <a:chOff x="0" y="0"/>
          <a:chExt cx="0" cy="0"/>
        </a:xfrm>
      </p:grpSpPr>
      <p:pic>
        <p:nvPicPr>
          <p:cNvPr id="81" name="Google Shape;81;p39"/>
          <p:cNvPicPr preferRelativeResize="0"/>
          <p:nvPr/>
        </p:nvPicPr>
        <p:blipFill rotWithShape="1">
          <a:blip r:embed="rId2">
            <a:alphaModFix/>
          </a:blip>
          <a:srcRect b="5261" l="2598" r="5873" t="0"/>
          <a:stretch/>
        </p:blipFill>
        <p:spPr>
          <a:xfrm>
            <a:off x="3175" y="5867400"/>
            <a:ext cx="9144000" cy="1054100"/>
          </a:xfrm>
          <a:prstGeom prst="rect">
            <a:avLst/>
          </a:prstGeom>
          <a:noFill/>
          <a:ln>
            <a:noFill/>
          </a:ln>
        </p:spPr>
      </p:pic>
      <p:sp>
        <p:nvSpPr>
          <p:cNvPr id="82" name="Google Shape;82;p3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83" name="Google Shape;83;p3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4" name="Google Shape;8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474747"/>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6" name="Google Shape;8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3" name="Shape 93"/>
        <p:cNvGrpSpPr/>
        <p:nvPr/>
      </p:nvGrpSpPr>
      <p:grpSpPr>
        <a:xfrm>
          <a:off x="0" y="0"/>
          <a:ext cx="0" cy="0"/>
          <a:chOff x="0" y="0"/>
          <a:chExt cx="0" cy="0"/>
        </a:xfrm>
      </p:grpSpPr>
      <p:sp>
        <p:nvSpPr>
          <p:cNvPr id="94" name="Google Shape;94;p4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95" name="Google Shape;95;p4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6" name="Google Shape;96;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D8D8D"/>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06" name="Shape 106"/>
        <p:cNvGrpSpPr/>
        <p:nvPr/>
      </p:nvGrpSpPr>
      <p:grpSpPr>
        <a:xfrm>
          <a:off x="0" y="0"/>
          <a:ext cx="0" cy="0"/>
          <a:chOff x="0" y="0"/>
          <a:chExt cx="0" cy="0"/>
        </a:xfrm>
      </p:grpSpPr>
      <p:pic>
        <p:nvPicPr>
          <p:cNvPr id="107" name="Google Shape;107;p43"/>
          <p:cNvPicPr preferRelativeResize="0"/>
          <p:nvPr/>
        </p:nvPicPr>
        <p:blipFill rotWithShape="1">
          <a:blip r:embed="rId2">
            <a:alphaModFix/>
          </a:blip>
          <a:srcRect b="0" l="0" r="0" t="0"/>
          <a:stretch/>
        </p:blipFill>
        <p:spPr>
          <a:xfrm>
            <a:off x="0" y="762000"/>
            <a:ext cx="2444750" cy="2286000"/>
          </a:xfrm>
          <a:prstGeom prst="rect">
            <a:avLst/>
          </a:prstGeom>
          <a:noFill/>
          <a:ln>
            <a:noFill/>
          </a:ln>
        </p:spPr>
      </p:pic>
      <p:sp>
        <p:nvSpPr>
          <p:cNvPr id="108" name="Google Shape;108;p4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09" name="Google Shape;109;p4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10" name="Google Shape;110;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chemeClr val="lt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1" name="Google Shape;111;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2" name="Google Shape;112;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18" name="Shape 118"/>
        <p:cNvGrpSpPr/>
        <p:nvPr/>
      </p:nvGrpSpPr>
      <p:grpSpPr>
        <a:xfrm>
          <a:off x="0" y="0"/>
          <a:ext cx="0" cy="0"/>
          <a:chOff x="0" y="0"/>
          <a:chExt cx="0" cy="0"/>
        </a:xfrm>
      </p:grpSpPr>
      <p:sp>
        <p:nvSpPr>
          <p:cNvPr id="119" name="Google Shape;119;p4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20" name="Google Shape;120;p4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1" name="Google Shape;121;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D8D8D"/>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2" name="Google Shape;122;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3" name="Google Shape;123;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5" r:id="rId2"/>
  </p:sldLayoutIdLst>
  <p:transition>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30" name="Shape 130"/>
        <p:cNvGrpSpPr/>
        <p:nvPr/>
      </p:nvGrpSpPr>
      <p:grpSpPr>
        <a:xfrm>
          <a:off x="0" y="0"/>
          <a:ext cx="0" cy="0"/>
          <a:chOff x="0" y="0"/>
          <a:chExt cx="0" cy="0"/>
        </a:xfrm>
      </p:grpSpPr>
      <p:sp>
        <p:nvSpPr>
          <p:cNvPr id="131" name="Google Shape;131;p47"/>
          <p:cNvSpPr/>
          <p:nvPr/>
        </p:nvSpPr>
        <p:spPr>
          <a:xfrm>
            <a:off x="0" y="2895600"/>
            <a:ext cx="7543800" cy="2133600"/>
          </a:xfrm>
          <a:prstGeom prst="rect">
            <a:avLst/>
          </a:prstGeom>
          <a:gradFill>
            <a:gsLst>
              <a:gs pos="0">
                <a:srgbClr val="464646">
                  <a:alpha val="48627"/>
                </a:srgbClr>
              </a:gs>
              <a:gs pos="63000">
                <a:srgbClr val="464646">
                  <a:alpha val="48627"/>
                </a:srgbClr>
              </a:gs>
              <a:gs pos="100000">
                <a:srgbClr val="303030">
                  <a:alpha val="55686"/>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132" name="Google Shape;132;p4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33" name="Google Shape;133;p4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4" name="Google Shape;134;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chemeClr val="lt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5" name="Google Shape;135;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6" name="Google Shape;136;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7" r:id="rId2"/>
  </p:sldLayoutIdLs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75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500"/>
                                        <p:tgtEl>
                                          <p:spTgt spid="13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43" name="Shape 143"/>
        <p:cNvGrpSpPr/>
        <p:nvPr/>
      </p:nvGrpSpPr>
      <p:grpSpPr>
        <a:xfrm>
          <a:off x="0" y="0"/>
          <a:ext cx="0" cy="0"/>
          <a:chOff x="0" y="0"/>
          <a:chExt cx="0" cy="0"/>
        </a:xfrm>
      </p:grpSpPr>
      <p:sp>
        <p:nvSpPr>
          <p:cNvPr id="144" name="Google Shape;144;p4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45" name="Google Shape;145;p4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6" name="Google Shape;146;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chemeClr val="lt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7" name="Google Shape;147;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8" name="Google Shape;148;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56" name="Shape 156"/>
        <p:cNvGrpSpPr/>
        <p:nvPr/>
      </p:nvGrpSpPr>
      <p:grpSpPr>
        <a:xfrm>
          <a:off x="0" y="0"/>
          <a:ext cx="0" cy="0"/>
          <a:chOff x="0" y="0"/>
          <a:chExt cx="0" cy="0"/>
        </a:xfrm>
      </p:grpSpPr>
      <p:sp>
        <p:nvSpPr>
          <p:cNvPr id="157" name="Google Shape;157;p51"/>
          <p:cNvSpPr txBox="1"/>
          <p:nvPr/>
        </p:nvSpPr>
        <p:spPr>
          <a:xfrm>
            <a:off x="595312" y="4800600"/>
            <a:ext cx="4873625" cy="685800"/>
          </a:xfrm>
          <a:prstGeom prst="rect">
            <a:avLst/>
          </a:prstGeom>
          <a:solidFill>
            <a:srgbClr val="313131">
              <a:alpha val="5372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58" name="Google Shape;158;p5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59" name="Google Shape;159;p5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0" name="Google Shape;16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chemeClr val="lt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2" name="Google Shape;16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1" r:id="rId2"/>
  </p:sldLayoutIdLst>
  <p:transition>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70" name="Shape 170"/>
        <p:cNvGrpSpPr/>
        <p:nvPr/>
      </p:nvGrpSpPr>
      <p:grpSpPr>
        <a:xfrm>
          <a:off x="0" y="0"/>
          <a:ext cx="0" cy="0"/>
          <a:chOff x="0" y="0"/>
          <a:chExt cx="0" cy="0"/>
        </a:xfrm>
      </p:grpSpPr>
      <p:sp>
        <p:nvSpPr>
          <p:cNvPr id="171" name="Google Shape;171;p53"/>
          <p:cNvSpPr txBox="1"/>
          <p:nvPr/>
        </p:nvSpPr>
        <p:spPr>
          <a:xfrm>
            <a:off x="1792287" y="4800600"/>
            <a:ext cx="5500687" cy="685800"/>
          </a:xfrm>
          <a:prstGeom prst="rect">
            <a:avLst/>
          </a:prstGeom>
          <a:solidFill>
            <a:srgbClr val="313131">
              <a:alpha val="5372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72" name="Google Shape;172;p5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73" name="Google Shape;173;p5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74" name="Google Shape;174;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chemeClr val="lt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5" name="Google Shape;175;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6" name="Google Shape;176;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200"/>
              <a:buFont typeface="Calibri"/>
              <a:buNone/>
              <a:defRPr b="0" i="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84" name="Shape 184"/>
        <p:cNvGrpSpPr/>
        <p:nvPr/>
      </p:nvGrpSpPr>
      <p:grpSpPr>
        <a:xfrm>
          <a:off x="0" y="0"/>
          <a:ext cx="0" cy="0"/>
          <a:chOff x="0" y="0"/>
          <a:chExt cx="0" cy="0"/>
        </a:xfrm>
      </p:grpSpPr>
      <p:sp>
        <p:nvSpPr>
          <p:cNvPr id="185" name="Google Shape;185;p5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86" name="Google Shape;186;p5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7" name="Google Shape;187;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D8D8D"/>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8" name="Google Shape;188;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9" name="Google Shape;189;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96" name="Shape 196"/>
        <p:cNvGrpSpPr/>
        <p:nvPr/>
      </p:nvGrpSpPr>
      <p:grpSpPr>
        <a:xfrm>
          <a:off x="0" y="0"/>
          <a:ext cx="0" cy="0"/>
          <a:chOff x="0" y="0"/>
          <a:chExt cx="0" cy="0"/>
        </a:xfrm>
      </p:grpSpPr>
      <p:sp>
        <p:nvSpPr>
          <p:cNvPr id="197" name="Google Shape;197;p5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98" name="Google Shape;198;p5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9" name="Google Shape;199;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474747"/>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0" name="Google Shape;200;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1" name="Google Shape;201;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7"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pic>
        <p:nvPicPr>
          <p:cNvPr id="209" name="Google Shape;209;p59"/>
          <p:cNvPicPr preferRelativeResize="0"/>
          <p:nvPr/>
        </p:nvPicPr>
        <p:blipFill rotWithShape="1">
          <a:blip r:embed="rId1">
            <a:alphaModFix/>
          </a:blip>
          <a:srcRect b="0" l="0" r="0" t="0"/>
          <a:stretch/>
        </p:blipFill>
        <p:spPr>
          <a:xfrm>
            <a:off x="20637" y="20637"/>
            <a:ext cx="3498850" cy="2825750"/>
          </a:xfrm>
          <a:prstGeom prst="rect">
            <a:avLst/>
          </a:prstGeom>
          <a:noFill/>
          <a:ln>
            <a:noFill/>
          </a:ln>
        </p:spPr>
      </p:pic>
      <p:pic>
        <p:nvPicPr>
          <p:cNvPr id="210" name="Google Shape;210;p59"/>
          <p:cNvPicPr preferRelativeResize="0"/>
          <p:nvPr/>
        </p:nvPicPr>
        <p:blipFill rotWithShape="1">
          <a:blip r:embed="rId2">
            <a:alphaModFix/>
          </a:blip>
          <a:srcRect b="0" l="0" r="0" t="0"/>
          <a:stretch/>
        </p:blipFill>
        <p:spPr>
          <a:xfrm>
            <a:off x="3503612" y="20637"/>
            <a:ext cx="5624512" cy="2825750"/>
          </a:xfrm>
          <a:prstGeom prst="rect">
            <a:avLst/>
          </a:prstGeom>
          <a:noFill/>
          <a:ln>
            <a:noFill/>
          </a:ln>
        </p:spPr>
      </p:pic>
      <p:pic>
        <p:nvPicPr>
          <p:cNvPr id="211" name="Google Shape;211;p59"/>
          <p:cNvPicPr preferRelativeResize="0"/>
          <p:nvPr/>
        </p:nvPicPr>
        <p:blipFill rotWithShape="1">
          <a:blip r:embed="rId3">
            <a:alphaModFix/>
          </a:blip>
          <a:srcRect b="0" l="0" r="0" t="0"/>
          <a:stretch/>
        </p:blipFill>
        <p:spPr>
          <a:xfrm>
            <a:off x="20637" y="2817812"/>
            <a:ext cx="7669212" cy="2297112"/>
          </a:xfrm>
          <a:prstGeom prst="rect">
            <a:avLst/>
          </a:prstGeom>
          <a:noFill/>
          <a:ln>
            <a:noFill/>
          </a:ln>
        </p:spPr>
      </p:pic>
      <p:pic>
        <p:nvPicPr>
          <p:cNvPr id="212" name="Google Shape;212;p59"/>
          <p:cNvPicPr preferRelativeResize="0"/>
          <p:nvPr/>
        </p:nvPicPr>
        <p:blipFill rotWithShape="1">
          <a:blip r:embed="rId4">
            <a:alphaModFix/>
          </a:blip>
          <a:srcRect b="0" l="0" r="0" t="0"/>
          <a:stretch/>
        </p:blipFill>
        <p:spPr>
          <a:xfrm>
            <a:off x="7662862" y="2819400"/>
            <a:ext cx="1460500" cy="2293937"/>
          </a:xfrm>
          <a:prstGeom prst="rect">
            <a:avLst/>
          </a:prstGeom>
          <a:noFill/>
          <a:ln>
            <a:noFill/>
          </a:ln>
        </p:spPr>
      </p:pic>
      <p:pic>
        <p:nvPicPr>
          <p:cNvPr id="213" name="Google Shape;213;p59"/>
          <p:cNvPicPr preferRelativeResize="0"/>
          <p:nvPr/>
        </p:nvPicPr>
        <p:blipFill rotWithShape="1">
          <a:blip r:embed="rId5">
            <a:alphaModFix/>
          </a:blip>
          <a:srcRect b="0" l="0" r="0" t="0"/>
          <a:stretch/>
        </p:blipFill>
        <p:spPr>
          <a:xfrm>
            <a:off x="20637" y="5089525"/>
            <a:ext cx="9097962" cy="1738312"/>
          </a:xfrm>
          <a:prstGeom prst="rect">
            <a:avLst/>
          </a:prstGeom>
          <a:noFill/>
          <a:ln>
            <a:noFill/>
          </a:ln>
        </p:spPr>
      </p:pic>
      <p:sp>
        <p:nvSpPr>
          <p:cNvPr id="214" name="Google Shape;214;p59"/>
          <p:cNvSpPr txBox="1"/>
          <p:nvPr/>
        </p:nvSpPr>
        <p:spPr>
          <a:xfrm>
            <a:off x="8755062" y="2470150"/>
            <a:ext cx="304800" cy="152400"/>
          </a:xfrm>
          <a:prstGeom prst="rect">
            <a:avLst/>
          </a:prstGeom>
          <a:solidFill>
            <a:srgbClr val="F2741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15" name="Google Shape;215;p5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16" name="Google Shape;216;p5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17" name="Google Shape;217;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FFFFFF"/>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8" name="Google Shape;218;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9" name="Google Shape;219;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9"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26" name="Shape 226"/>
        <p:cNvGrpSpPr/>
        <p:nvPr/>
      </p:nvGrpSpPr>
      <p:grpSpPr>
        <a:xfrm>
          <a:off x="0" y="0"/>
          <a:ext cx="0" cy="0"/>
          <a:chOff x="0" y="0"/>
          <a:chExt cx="0" cy="0"/>
        </a:xfrm>
      </p:grpSpPr>
      <p:sp>
        <p:nvSpPr>
          <p:cNvPr id="227" name="Google Shape;227;p61"/>
          <p:cNvSpPr/>
          <p:nvPr/>
        </p:nvSpPr>
        <p:spPr>
          <a:xfrm>
            <a:off x="762000" y="1946209"/>
            <a:ext cx="2057400" cy="2057400"/>
          </a:xfrm>
          <a:prstGeom prst="ellipse">
            <a:avLst/>
          </a:prstGeom>
          <a:gradFill>
            <a:gsLst>
              <a:gs pos="0">
                <a:srgbClr val="F39C29"/>
              </a:gs>
              <a:gs pos="50000">
                <a:srgbClr val="F7931D"/>
              </a:gs>
              <a:gs pos="100000">
                <a:srgbClr val="FF6600"/>
              </a:gs>
            </a:gsLst>
            <a:path path="circle">
              <a:fillToRect b="50%" l="50%" r="50%" t="50%"/>
            </a:path>
            <a:tileRect/>
          </a:gradFill>
          <a:ln>
            <a:noFill/>
          </a:ln>
          <a:effectLst>
            <a:outerShdw blurRad="152400" sx="90000" rotWithShape="0" dir="5400000" dist="165100" sy="-19000">
              <a:srgbClr val="000000">
                <a:alpha val="1098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28" name="Google Shape;228;p61"/>
          <p:cNvSpPr txBox="1"/>
          <p:nvPr/>
        </p:nvSpPr>
        <p:spPr>
          <a:xfrm>
            <a:off x="8686800" y="5265737"/>
            <a:ext cx="457200" cy="96837"/>
          </a:xfrm>
          <a:prstGeom prst="rect">
            <a:avLst/>
          </a:prstGeom>
          <a:solidFill>
            <a:srgbClr val="FF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6600"/>
              </a:buClr>
              <a:buSzPts val="1800"/>
              <a:buFont typeface="Calibri"/>
              <a:buNone/>
            </a:pPr>
            <a:r>
              <a:rPr b="0" i="0" lang="en-US" sz="1800" u="none">
                <a:solidFill>
                  <a:srgbClr val="FF6600"/>
                </a:solidFill>
                <a:latin typeface="Calibri"/>
                <a:ea typeface="Calibri"/>
                <a:cs typeface="Calibri"/>
                <a:sym typeface="Calibri"/>
              </a:rPr>
              <a:t>           </a:t>
            </a:r>
            <a:endParaRPr/>
          </a:p>
        </p:txBody>
      </p:sp>
      <p:sp>
        <p:nvSpPr>
          <p:cNvPr id="229" name="Google Shape;229;p61"/>
          <p:cNvSpPr/>
          <p:nvPr/>
        </p:nvSpPr>
        <p:spPr>
          <a:xfrm>
            <a:off x="1007328" y="1992354"/>
            <a:ext cx="1583472" cy="1295400"/>
          </a:xfrm>
          <a:prstGeom prst="ellipse">
            <a:avLst/>
          </a:prstGeom>
          <a:gradFill>
            <a:gsLst>
              <a:gs pos="0">
                <a:srgbClr val="FFFFFF">
                  <a:alpha val="6666"/>
                </a:srgbClr>
              </a:gs>
              <a:gs pos="63000">
                <a:srgbClr val="FFFFFF">
                  <a:alpha val="6666"/>
                </a:srgbClr>
              </a:gs>
              <a:gs pos="72000">
                <a:srgbClr val="FFFFFF">
                  <a:alpha val="14901"/>
                </a:srgbClr>
              </a:gs>
              <a:gs pos="91000">
                <a:srgbClr val="FFFFFF">
                  <a:alpha val="27843"/>
                </a:srgbClr>
              </a:gs>
              <a:gs pos="100000">
                <a:srgbClr val="FFFFFF">
                  <a:alpha val="27843"/>
                </a:srgbClr>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0" name="Google Shape;230;p6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31" name="Google Shape;231;p6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32" name="Google Shape;232;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3" name="Google Shape;233;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39" name="Shape 239"/>
        <p:cNvGrpSpPr/>
        <p:nvPr/>
      </p:nvGrpSpPr>
      <p:grpSpPr>
        <a:xfrm>
          <a:off x="0" y="0"/>
          <a:ext cx="0" cy="0"/>
          <a:chOff x="0" y="0"/>
          <a:chExt cx="0" cy="0"/>
        </a:xfrm>
      </p:grpSpPr>
      <p:pic>
        <p:nvPicPr>
          <p:cNvPr id="240" name="Google Shape;240;p63"/>
          <p:cNvPicPr preferRelativeResize="0"/>
          <p:nvPr/>
        </p:nvPicPr>
        <p:blipFill rotWithShape="1">
          <a:blip r:embed="rId2">
            <a:alphaModFix/>
          </a:blip>
          <a:srcRect b="5261" l="2598" r="5873" t="0"/>
          <a:stretch/>
        </p:blipFill>
        <p:spPr>
          <a:xfrm>
            <a:off x="3175" y="5867400"/>
            <a:ext cx="9144000" cy="1054100"/>
          </a:xfrm>
          <a:prstGeom prst="rect">
            <a:avLst/>
          </a:prstGeom>
          <a:noFill/>
          <a:ln>
            <a:noFill/>
          </a:ln>
        </p:spPr>
      </p:pic>
      <p:sp>
        <p:nvSpPr>
          <p:cNvPr id="241" name="Google Shape;241;p6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42" name="Google Shape;242;p6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3" name="Google Shape;243;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474747"/>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4" name="Google Shape;244;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5" name="Google Shape;245;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52" name="Shape 252"/>
        <p:cNvGrpSpPr/>
        <p:nvPr/>
      </p:nvGrpSpPr>
      <p:grpSpPr>
        <a:xfrm>
          <a:off x="0" y="0"/>
          <a:ext cx="0" cy="0"/>
          <a:chOff x="0" y="0"/>
          <a:chExt cx="0" cy="0"/>
        </a:xfrm>
      </p:grpSpPr>
      <p:sp>
        <p:nvSpPr>
          <p:cNvPr id="253" name="Google Shape;253;p6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54" name="Google Shape;254;p6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5" name="Google Shape;255;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D8D8D"/>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6" name="Google Shape;256;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7" name="Google Shape;257;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65" name="Shape 265"/>
        <p:cNvGrpSpPr/>
        <p:nvPr/>
      </p:nvGrpSpPr>
      <p:grpSpPr>
        <a:xfrm>
          <a:off x="0" y="0"/>
          <a:ext cx="0" cy="0"/>
          <a:chOff x="0" y="0"/>
          <a:chExt cx="0" cy="0"/>
        </a:xfrm>
      </p:grpSpPr>
      <p:pic>
        <p:nvPicPr>
          <p:cNvPr id="266" name="Google Shape;266;p67"/>
          <p:cNvPicPr preferRelativeResize="0"/>
          <p:nvPr/>
        </p:nvPicPr>
        <p:blipFill rotWithShape="1">
          <a:blip r:embed="rId2">
            <a:alphaModFix/>
          </a:blip>
          <a:srcRect b="0" l="0" r="0" t="0"/>
          <a:stretch/>
        </p:blipFill>
        <p:spPr>
          <a:xfrm>
            <a:off x="0" y="762000"/>
            <a:ext cx="2444750" cy="2286000"/>
          </a:xfrm>
          <a:prstGeom prst="rect">
            <a:avLst/>
          </a:prstGeom>
          <a:noFill/>
          <a:ln>
            <a:noFill/>
          </a:ln>
        </p:spPr>
      </p:pic>
      <p:sp>
        <p:nvSpPr>
          <p:cNvPr id="267" name="Google Shape;267;p6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68" name="Google Shape;268;p6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69" name="Google Shape;269;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FFFFFF"/>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0" name="Google Shape;270;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1" name="Google Shape;271;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7"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77" name="Shape 277"/>
        <p:cNvGrpSpPr/>
        <p:nvPr/>
      </p:nvGrpSpPr>
      <p:grpSpPr>
        <a:xfrm>
          <a:off x="0" y="0"/>
          <a:ext cx="0" cy="0"/>
          <a:chOff x="0" y="0"/>
          <a:chExt cx="0" cy="0"/>
        </a:xfrm>
      </p:grpSpPr>
      <p:sp>
        <p:nvSpPr>
          <p:cNvPr id="278" name="Google Shape;278;p6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79" name="Google Shape;279;p6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80" name="Google Shape;280;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D8D8D"/>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1" name="Google Shape;281;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2" name="Google Shape;282;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9" r:id="rId2"/>
  </p:sldLayoutIdLst>
  <p:transition>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89" name="Shape 289"/>
        <p:cNvGrpSpPr/>
        <p:nvPr/>
      </p:nvGrpSpPr>
      <p:grpSpPr>
        <a:xfrm>
          <a:off x="0" y="0"/>
          <a:ext cx="0" cy="0"/>
          <a:chOff x="0" y="0"/>
          <a:chExt cx="0" cy="0"/>
        </a:xfrm>
      </p:grpSpPr>
      <p:sp>
        <p:nvSpPr>
          <p:cNvPr id="290" name="Google Shape;290;p71"/>
          <p:cNvSpPr/>
          <p:nvPr/>
        </p:nvSpPr>
        <p:spPr>
          <a:xfrm>
            <a:off x="0" y="2895600"/>
            <a:ext cx="7543800" cy="2133600"/>
          </a:xfrm>
          <a:prstGeom prst="rect">
            <a:avLst/>
          </a:prstGeom>
          <a:gradFill>
            <a:gsLst>
              <a:gs pos="0">
                <a:srgbClr val="464646">
                  <a:alpha val="48627"/>
                </a:srgbClr>
              </a:gs>
              <a:gs pos="63000">
                <a:srgbClr val="464646">
                  <a:alpha val="48627"/>
                </a:srgbClr>
              </a:gs>
              <a:gs pos="100000">
                <a:srgbClr val="303030">
                  <a:alpha val="55686"/>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 name="Google Shape;291;p7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92" name="Google Shape;292;p7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3" name="Google Shape;293;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FFFFFF"/>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4" name="Google Shape;294;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5" name="Google Shape;295;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1" r:id="rId2"/>
  </p:sldLayoutIdLs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75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500"/>
                                        <p:tgtEl>
                                          <p:spTgt spid="29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02" name="Shape 302"/>
        <p:cNvGrpSpPr/>
        <p:nvPr/>
      </p:nvGrpSpPr>
      <p:grpSpPr>
        <a:xfrm>
          <a:off x="0" y="0"/>
          <a:ext cx="0" cy="0"/>
          <a:chOff x="0" y="0"/>
          <a:chExt cx="0" cy="0"/>
        </a:xfrm>
      </p:grpSpPr>
      <p:sp>
        <p:nvSpPr>
          <p:cNvPr id="303" name="Google Shape;303;p7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04" name="Google Shape;304;p7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5" name="Google Shape;305;p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FFFFFF"/>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6" name="Google Shape;306;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7" name="Google Shape;307;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15" name="Shape 315"/>
        <p:cNvGrpSpPr/>
        <p:nvPr/>
      </p:nvGrpSpPr>
      <p:grpSpPr>
        <a:xfrm>
          <a:off x="0" y="0"/>
          <a:ext cx="0" cy="0"/>
          <a:chOff x="0" y="0"/>
          <a:chExt cx="0" cy="0"/>
        </a:xfrm>
      </p:grpSpPr>
      <p:sp>
        <p:nvSpPr>
          <p:cNvPr id="316" name="Google Shape;316;p75"/>
          <p:cNvSpPr txBox="1"/>
          <p:nvPr/>
        </p:nvSpPr>
        <p:spPr>
          <a:xfrm>
            <a:off x="595312" y="4800600"/>
            <a:ext cx="4873625" cy="685800"/>
          </a:xfrm>
          <a:prstGeom prst="rect">
            <a:avLst/>
          </a:prstGeom>
          <a:solidFill>
            <a:srgbClr val="313131">
              <a:alpha val="5372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17" name="Google Shape;317;p7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18" name="Google Shape;318;p7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19" name="Google Shape;319;p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FFFFFF"/>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0" name="Google Shape;320;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1" name="Google Shape;321;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5" r:id="rId2"/>
  </p:sldLayoutIdLst>
  <p:transition>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29" name="Shape 329"/>
        <p:cNvGrpSpPr/>
        <p:nvPr/>
      </p:nvGrpSpPr>
      <p:grpSpPr>
        <a:xfrm>
          <a:off x="0" y="0"/>
          <a:ext cx="0" cy="0"/>
          <a:chOff x="0" y="0"/>
          <a:chExt cx="0" cy="0"/>
        </a:xfrm>
      </p:grpSpPr>
      <p:sp>
        <p:nvSpPr>
          <p:cNvPr id="330" name="Google Shape;330;p77"/>
          <p:cNvSpPr txBox="1"/>
          <p:nvPr/>
        </p:nvSpPr>
        <p:spPr>
          <a:xfrm>
            <a:off x="1792287" y="4800600"/>
            <a:ext cx="5500687" cy="685800"/>
          </a:xfrm>
          <a:prstGeom prst="rect">
            <a:avLst/>
          </a:prstGeom>
          <a:solidFill>
            <a:srgbClr val="313131">
              <a:alpha val="5372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31" name="Google Shape;331;p7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32" name="Google Shape;332;p7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33" name="Google Shape;333;p7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FFFFFF"/>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4" name="Google Shape;334;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5" name="Google Shape;335;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200"/>
              <a:buFont typeface="Calibri"/>
              <a:buNone/>
              <a:defRPr b="0" i="0" sz="12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7"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43" name="Shape 343"/>
        <p:cNvGrpSpPr/>
        <p:nvPr/>
      </p:nvGrpSpPr>
      <p:grpSpPr>
        <a:xfrm>
          <a:off x="0" y="0"/>
          <a:ext cx="0" cy="0"/>
          <a:chOff x="0" y="0"/>
          <a:chExt cx="0" cy="0"/>
        </a:xfrm>
      </p:grpSpPr>
      <p:sp>
        <p:nvSpPr>
          <p:cNvPr id="344" name="Google Shape;344;p7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45" name="Google Shape;345;p7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46" name="Google Shape;346;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D8D8D"/>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7" name="Google Shape;347;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8" name="Google Shape;348;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1pPr>
            <a:lvl2pPr indent="0" lvl="1"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2pPr>
            <a:lvl3pPr indent="0" lvl="2"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3pPr>
            <a:lvl4pPr indent="0" lvl="3"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4pPr>
            <a:lvl5pPr indent="0" lvl="4"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5pPr>
            <a:lvl6pPr indent="0" lvl="5"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6pPr>
            <a:lvl7pPr indent="0" lvl="6"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7pPr>
            <a:lvl8pPr indent="0" lvl="7"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8pPr>
            <a:lvl9pPr indent="0" lvl="8" marL="0" marR="0" rtl="0" algn="r">
              <a:lnSpc>
                <a:spcPct val="100000"/>
              </a:lnSpc>
              <a:spcBef>
                <a:spcPts val="0"/>
              </a:spcBef>
              <a:spcAft>
                <a:spcPts val="0"/>
              </a:spcAft>
              <a:buClr>
                <a:srgbClr val="8D8D8D"/>
              </a:buClr>
              <a:buSzPts val="1200"/>
              <a:buFont typeface="Calibri"/>
              <a:buNone/>
              <a:defRPr b="0" i="0" sz="1200" u="none">
                <a:solidFill>
                  <a:srgbClr val="8D8D8D"/>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55" name="Shape 355"/>
        <p:cNvGrpSpPr/>
        <p:nvPr/>
      </p:nvGrpSpPr>
      <p:grpSpPr>
        <a:xfrm>
          <a:off x="0" y="0"/>
          <a:ext cx="0" cy="0"/>
          <a:chOff x="0" y="0"/>
          <a:chExt cx="0" cy="0"/>
        </a:xfrm>
      </p:grpSpPr>
      <p:sp>
        <p:nvSpPr>
          <p:cNvPr id="356" name="Google Shape;356;p8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57" name="Google Shape;357;p8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58" name="Google Shape;358;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474747"/>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9" name="Google Shape;359;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0" name="Google Shape;360;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1pPr>
            <a:lvl2pPr indent="0" lvl="1"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2pPr>
            <a:lvl3pPr indent="0" lvl="2"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3pPr>
            <a:lvl4pPr indent="0" lvl="3"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4pPr>
            <a:lvl5pPr indent="0" lvl="4"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5pPr>
            <a:lvl6pPr indent="0" lvl="5"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6pPr>
            <a:lvl7pPr indent="0" lvl="6"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7pPr>
            <a:lvl8pPr indent="0" lvl="7"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8pPr>
            <a:lvl9pPr indent="0" lvl="8" marL="0" marR="0" rtl="0" algn="r">
              <a:lnSpc>
                <a:spcPct val="100000"/>
              </a:lnSpc>
              <a:spcBef>
                <a:spcPts val="0"/>
              </a:spcBef>
              <a:spcAft>
                <a:spcPts val="0"/>
              </a:spcAft>
              <a:buClr>
                <a:srgbClr val="474747"/>
              </a:buClr>
              <a:buSzPts val="1200"/>
              <a:buFont typeface="Calibri"/>
              <a:buNone/>
              <a:defRPr b="0" i="0" sz="1200" u="none">
                <a:solidFill>
                  <a:srgbClr val="474747"/>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
          <p:cNvSpPr txBox="1"/>
          <p:nvPr>
            <p:ph idx="1" type="body"/>
          </p:nvPr>
        </p:nvSpPr>
        <p:spPr>
          <a:xfrm>
            <a:off x="3581400" y="1295400"/>
            <a:ext cx="5105400" cy="1416050"/>
          </a:xfrm>
          <a:prstGeom prst="rect">
            <a:avLst/>
          </a:prstGeom>
          <a:noFill/>
          <a:ln>
            <a:noFill/>
          </a:ln>
        </p:spPr>
        <p:txBody>
          <a:bodyPr anchorCtr="0" anchor="b" bIns="45700" lIns="91425" spcFirstLastPara="1" rIns="91425" wrap="square" tIns="45700">
            <a:normAutofit/>
          </a:bodyPr>
          <a:lstStyle/>
          <a:p>
            <a:pPr indent="-342900" lvl="0" marL="342900" rtl="0" algn="r">
              <a:lnSpc>
                <a:spcPct val="100000"/>
              </a:lnSpc>
              <a:spcBef>
                <a:spcPts val="0"/>
              </a:spcBef>
              <a:spcAft>
                <a:spcPts val="0"/>
              </a:spcAft>
              <a:buClr>
                <a:srgbClr val="5C5C5C"/>
              </a:buClr>
              <a:buSzPts val="2200"/>
              <a:buNone/>
            </a:pPr>
            <a:r>
              <a:rPr b="0" i="0" lang="en-US" sz="2200" u="none">
                <a:solidFill>
                  <a:srgbClr val="5C5C5C"/>
                </a:solidFill>
                <a:latin typeface="Calibri"/>
                <a:ea typeface="Calibri"/>
                <a:cs typeface="Calibri"/>
                <a:sym typeface="Calibri"/>
              </a:rPr>
              <a:t>Chapter 1</a:t>
            </a:r>
            <a:endParaRPr/>
          </a:p>
        </p:txBody>
      </p:sp>
      <p:sp>
        <p:nvSpPr>
          <p:cNvPr id="372" name="Google Shape;372;p1"/>
          <p:cNvSpPr txBox="1"/>
          <p:nvPr>
            <p:ph type="title"/>
          </p:nvPr>
        </p:nvSpPr>
        <p:spPr>
          <a:xfrm>
            <a:off x="106362" y="4114800"/>
            <a:ext cx="7315200" cy="9144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Introduction to JAVA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
          <p:cNvSpPr txBox="1"/>
          <p:nvPr>
            <p:ph type="title"/>
          </p:nvPr>
        </p:nvSpPr>
        <p:spPr>
          <a:xfrm>
            <a:off x="457200" y="274637"/>
            <a:ext cx="8229600" cy="58261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800"/>
              <a:buFont typeface="Calibri"/>
              <a:buNone/>
            </a:pPr>
            <a:r>
              <a:rPr b="0" i="0" lang="en-US" sz="2800" u="none">
                <a:solidFill>
                  <a:srgbClr val="474747"/>
                </a:solidFill>
                <a:latin typeface="Calibri"/>
                <a:ea typeface="Calibri"/>
                <a:cs typeface="Calibri"/>
                <a:sym typeface="Calibri"/>
              </a:rPr>
              <a:t>Introduction:  java programming: Arrays</a:t>
            </a:r>
            <a:endParaRPr/>
          </a:p>
        </p:txBody>
      </p:sp>
      <p:sp>
        <p:nvSpPr>
          <p:cNvPr id="378" name="Google Shape;378;p2"/>
          <p:cNvSpPr txBox="1"/>
          <p:nvPr>
            <p:ph idx="1" type="body"/>
          </p:nvPr>
        </p:nvSpPr>
        <p:spPr>
          <a:xfrm>
            <a:off x="285750" y="928687"/>
            <a:ext cx="8643937" cy="5643562"/>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100000"/>
              </a:lnSpc>
              <a:spcBef>
                <a:spcPts val="0"/>
              </a:spcBef>
              <a:spcAft>
                <a:spcPts val="0"/>
              </a:spcAft>
              <a:buClr>
                <a:srgbClr val="474747"/>
              </a:buClr>
              <a:buSzPts val="3200"/>
              <a:buFont typeface="Arial"/>
              <a:buNone/>
            </a:pPr>
            <a:r>
              <a:rPr b="0" i="0" lang="en-US" sz="3200" u="none" cap="none" strike="noStrike">
                <a:solidFill>
                  <a:srgbClr val="474747"/>
                </a:solidFill>
                <a:latin typeface="Calibri"/>
                <a:ea typeface="Calibri"/>
                <a:cs typeface="Calibri"/>
                <a:sym typeface="Calibri"/>
              </a:rPr>
              <a:t>An array is a collection of similar data in contiguous locations of memory and referred by single name.</a:t>
            </a:r>
            <a:endParaRPr/>
          </a:p>
          <a:p>
            <a:pPr indent="-342900" lvl="0" marL="342900" marR="0" rtl="0" algn="just">
              <a:lnSpc>
                <a:spcPct val="100000"/>
              </a:lnSpc>
              <a:spcBef>
                <a:spcPts val="640"/>
              </a:spcBef>
              <a:spcAft>
                <a:spcPts val="0"/>
              </a:spcAft>
              <a:buClr>
                <a:srgbClr val="474747"/>
              </a:buClr>
              <a:buSzPts val="3200"/>
              <a:buFont typeface="Arial"/>
              <a:buNone/>
            </a:pPr>
            <a:r>
              <a:rPr b="0" i="0" lang="en-US" sz="3200" u="none" cap="none" strike="noStrike">
                <a:solidFill>
                  <a:srgbClr val="474747"/>
                </a:solidFill>
                <a:latin typeface="Calibri"/>
                <a:ea typeface="Calibri"/>
                <a:cs typeface="Calibri"/>
                <a:sym typeface="Calibri"/>
              </a:rPr>
              <a:t>Arrays can be used to store data belonging to primitive data types and reference types.</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cap="none" strike="noStrike">
                <a:solidFill>
                  <a:srgbClr val="474747"/>
                </a:solidFill>
                <a:latin typeface="Calibri"/>
                <a:ea typeface="Calibri"/>
                <a:cs typeface="Calibri"/>
                <a:sym typeface="Calibri"/>
              </a:rPr>
              <a:t>Arrays are created dynamically in java</a:t>
            </a:r>
            <a:endParaRPr/>
          </a:p>
          <a:p>
            <a:pPr indent="-342900" lvl="0" marL="342900" marR="0" rtl="0" algn="l">
              <a:lnSpc>
                <a:spcPct val="100000"/>
              </a:lnSpc>
              <a:spcBef>
                <a:spcPts val="640"/>
              </a:spcBef>
              <a:spcAft>
                <a:spcPts val="0"/>
              </a:spcAft>
              <a:buClr>
                <a:schemeClr val="dk1"/>
              </a:buClr>
              <a:buSzPts val="3200"/>
              <a:buFont typeface="Arial"/>
              <a:buNone/>
            </a:pPr>
            <a:r>
              <a:t/>
            </a:r>
            <a:endParaRPr b="1" i="0" sz="3200" u="none" cap="none" strike="noStrike">
              <a:solidFill>
                <a:srgbClr val="474747"/>
              </a:solidFill>
              <a:latin typeface="Calibri"/>
              <a:ea typeface="Calibri"/>
              <a:cs typeface="Calibri"/>
              <a:sym typeface="Calibri"/>
            </a:endParaRPr>
          </a:p>
          <a:p>
            <a:pPr indent="-342900" lvl="0" marL="342900" marR="0" rtl="0" algn="l">
              <a:lnSpc>
                <a:spcPct val="100000"/>
              </a:lnSpc>
              <a:spcBef>
                <a:spcPts val="640"/>
              </a:spcBef>
              <a:spcAft>
                <a:spcPts val="0"/>
              </a:spcAft>
              <a:buClr>
                <a:srgbClr val="474747"/>
              </a:buClr>
              <a:buSzPts val="3200"/>
              <a:buFont typeface="Arial"/>
              <a:buNone/>
            </a:pPr>
            <a:r>
              <a:rPr b="1" i="0" lang="en-US" sz="3200" u="none" cap="none" strike="noStrike">
                <a:solidFill>
                  <a:srgbClr val="474747"/>
                </a:solidFill>
                <a:latin typeface="Calibri"/>
                <a:ea typeface="Calibri"/>
                <a:cs typeface="Calibri"/>
                <a:sym typeface="Calibri"/>
              </a:rPr>
              <a:t>Types of array</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cap="none" strike="noStrike">
                <a:solidFill>
                  <a:srgbClr val="474747"/>
                </a:solidFill>
                <a:latin typeface="Calibri"/>
                <a:ea typeface="Calibri"/>
                <a:cs typeface="Calibri"/>
                <a:sym typeface="Calibri"/>
              </a:rPr>
              <a:t>One dimensional array</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cap="none" strike="noStrike">
                <a:solidFill>
                  <a:srgbClr val="474747"/>
                </a:solidFill>
                <a:latin typeface="Calibri"/>
                <a:ea typeface="Calibri"/>
                <a:cs typeface="Calibri"/>
                <a:sym typeface="Calibri"/>
              </a:rPr>
              <a:t>Multi-Dimensional (2D array)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
          <p:cNvSpPr txBox="1"/>
          <p:nvPr>
            <p:ph type="title"/>
          </p:nvPr>
        </p:nvSpPr>
        <p:spPr>
          <a:xfrm>
            <a:off x="457200" y="274637"/>
            <a:ext cx="8229600" cy="58261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800"/>
              <a:buFont typeface="Calibri"/>
              <a:buNone/>
            </a:pPr>
            <a:r>
              <a:rPr b="0" i="0" lang="en-US" sz="2800" u="none">
                <a:solidFill>
                  <a:srgbClr val="474747"/>
                </a:solidFill>
                <a:latin typeface="Calibri"/>
                <a:ea typeface="Calibri"/>
                <a:cs typeface="Calibri"/>
                <a:sym typeface="Calibri"/>
              </a:rPr>
              <a:t>Introduction:  java programming: Creating array</a:t>
            </a:r>
            <a:endParaRPr/>
          </a:p>
        </p:txBody>
      </p:sp>
      <p:sp>
        <p:nvSpPr>
          <p:cNvPr id="384" name="Google Shape;384;p3"/>
          <p:cNvSpPr txBox="1"/>
          <p:nvPr>
            <p:ph idx="1" type="body"/>
          </p:nvPr>
        </p:nvSpPr>
        <p:spPr>
          <a:xfrm>
            <a:off x="285750" y="928687"/>
            <a:ext cx="8643937" cy="56435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rgbClr val="474747"/>
              </a:buClr>
              <a:buSzPts val="3000"/>
              <a:buFont typeface="Arial"/>
              <a:buNone/>
            </a:pPr>
            <a:r>
              <a:rPr b="1" i="0" lang="en-US" sz="3000" u="none" cap="none" strike="noStrike">
                <a:solidFill>
                  <a:srgbClr val="474747"/>
                </a:solidFill>
                <a:latin typeface="Calibri"/>
                <a:ea typeface="Calibri"/>
                <a:cs typeface="Calibri"/>
                <a:sym typeface="Calibri"/>
              </a:rPr>
              <a:t>One dimensional</a:t>
            </a:r>
            <a:endParaRPr/>
          </a:p>
          <a:p>
            <a:pPr indent="-342900" lvl="0" marL="342900" marR="0" rtl="0" algn="l">
              <a:lnSpc>
                <a:spcPct val="80000"/>
              </a:lnSpc>
              <a:spcBef>
                <a:spcPts val="600"/>
              </a:spcBef>
              <a:spcAft>
                <a:spcPts val="0"/>
              </a:spcAft>
              <a:buClr>
                <a:srgbClr val="474747"/>
              </a:buClr>
              <a:buSzPts val="3000"/>
              <a:buFont typeface="Arial"/>
              <a:buNone/>
            </a:pPr>
            <a:r>
              <a:rPr b="1" i="1" lang="en-US" sz="3000" u="none" cap="none" strike="noStrike">
                <a:solidFill>
                  <a:srgbClr val="474747"/>
                </a:solidFill>
                <a:latin typeface="Calibri"/>
                <a:ea typeface="Calibri"/>
                <a:cs typeface="Calibri"/>
                <a:sym typeface="Calibri"/>
              </a:rPr>
              <a:t>First method</a:t>
            </a:r>
            <a:endParaRPr/>
          </a:p>
          <a:p>
            <a:pPr indent="-342900" lvl="0" marL="342900" marR="0" rtl="0" algn="l">
              <a:lnSpc>
                <a:spcPct val="80000"/>
              </a:lnSpc>
              <a:spcBef>
                <a:spcPts val="600"/>
              </a:spcBef>
              <a:spcAft>
                <a:spcPts val="0"/>
              </a:spcAft>
              <a:buClr>
                <a:srgbClr val="474747"/>
              </a:buClr>
              <a:buSzPts val="3000"/>
              <a:buFont typeface="Arial"/>
              <a:buNone/>
            </a:pPr>
            <a:r>
              <a:rPr b="0" i="0" lang="en-US" sz="3000" u="none" cap="none" strike="noStrike">
                <a:solidFill>
                  <a:srgbClr val="474747"/>
                </a:solidFill>
                <a:latin typeface="Calibri"/>
                <a:ea typeface="Calibri"/>
                <a:cs typeface="Calibri"/>
                <a:sym typeface="Calibri"/>
              </a:rPr>
              <a:t>	type[] array_name=new type[size];</a:t>
            </a:r>
            <a:endParaRPr/>
          </a:p>
          <a:p>
            <a:pPr indent="-342900" lvl="0" marL="342900" marR="0" rtl="0" algn="l">
              <a:lnSpc>
                <a:spcPct val="80000"/>
              </a:lnSpc>
              <a:spcBef>
                <a:spcPts val="600"/>
              </a:spcBef>
              <a:spcAft>
                <a:spcPts val="0"/>
              </a:spcAft>
              <a:buClr>
                <a:srgbClr val="474747"/>
              </a:buClr>
              <a:buSzPts val="3000"/>
              <a:buFont typeface="Arial"/>
              <a:buNone/>
            </a:pPr>
            <a:r>
              <a:rPr b="0" i="0" lang="en-US" sz="3000" u="none" cap="none" strike="noStrike">
                <a:solidFill>
                  <a:srgbClr val="474747"/>
                </a:solidFill>
                <a:latin typeface="Calibri"/>
                <a:ea typeface="Calibri"/>
                <a:cs typeface="Calibri"/>
                <a:sym typeface="Calibri"/>
              </a:rPr>
              <a:t>Example: int[]  marks=new int[5];</a:t>
            </a:r>
            <a:endParaRPr/>
          </a:p>
          <a:p>
            <a:pPr indent="-342900" lvl="0" marL="342900" marR="0" rtl="0" algn="l">
              <a:lnSpc>
                <a:spcPct val="80000"/>
              </a:lnSpc>
              <a:spcBef>
                <a:spcPts val="600"/>
              </a:spcBef>
              <a:spcAft>
                <a:spcPts val="0"/>
              </a:spcAft>
              <a:buClr>
                <a:schemeClr val="dk1"/>
              </a:buClr>
              <a:buSzPts val="3000"/>
              <a:buFont typeface="Arial"/>
              <a:buNone/>
            </a:pPr>
            <a:r>
              <a:t/>
            </a:r>
            <a:endParaRPr b="0" i="0" sz="3000" u="none" cap="none" strike="noStrike">
              <a:solidFill>
                <a:srgbClr val="474747"/>
              </a:solidFill>
              <a:latin typeface="Calibri"/>
              <a:ea typeface="Calibri"/>
              <a:cs typeface="Calibri"/>
              <a:sym typeface="Calibri"/>
            </a:endParaRPr>
          </a:p>
          <a:p>
            <a:pPr indent="-342900" lvl="0" marL="342900" marR="0" rtl="0" algn="l">
              <a:lnSpc>
                <a:spcPct val="80000"/>
              </a:lnSpc>
              <a:spcBef>
                <a:spcPts val="600"/>
              </a:spcBef>
              <a:spcAft>
                <a:spcPts val="0"/>
              </a:spcAft>
              <a:buClr>
                <a:srgbClr val="474747"/>
              </a:buClr>
              <a:buSzPts val="3000"/>
              <a:buFont typeface="Arial"/>
              <a:buNone/>
            </a:pPr>
            <a:r>
              <a:rPr b="1" i="1" lang="en-US" sz="3000" u="none" cap="none" strike="noStrike">
                <a:solidFill>
                  <a:srgbClr val="474747"/>
                </a:solidFill>
                <a:latin typeface="Calibri"/>
                <a:ea typeface="Calibri"/>
                <a:cs typeface="Calibri"/>
                <a:sym typeface="Calibri"/>
              </a:rPr>
              <a:t>Initialize:</a:t>
            </a:r>
            <a:r>
              <a:rPr b="0" i="0" lang="en-US" sz="3000" u="none" cap="none" strike="noStrike">
                <a:solidFill>
                  <a:srgbClr val="474747"/>
                </a:solidFill>
                <a:latin typeface="Calibri"/>
                <a:ea typeface="Calibri"/>
                <a:cs typeface="Calibri"/>
                <a:sym typeface="Calibri"/>
              </a:rPr>
              <a:t> </a:t>
            </a:r>
            <a:endParaRPr/>
          </a:p>
          <a:p>
            <a:pPr indent="-342900" lvl="0" marL="342900" marR="0" rtl="0" algn="l">
              <a:lnSpc>
                <a:spcPct val="80000"/>
              </a:lnSpc>
              <a:spcBef>
                <a:spcPts val="600"/>
              </a:spcBef>
              <a:spcAft>
                <a:spcPts val="0"/>
              </a:spcAft>
              <a:buClr>
                <a:srgbClr val="474747"/>
              </a:buClr>
              <a:buSzPts val="3000"/>
              <a:buFont typeface="Arial"/>
              <a:buNone/>
            </a:pPr>
            <a:r>
              <a:rPr b="0" i="0" lang="en-US" sz="3000" u="none" cap="none" strike="noStrike">
                <a:solidFill>
                  <a:srgbClr val="474747"/>
                </a:solidFill>
                <a:latin typeface="Calibri"/>
                <a:ea typeface="Calibri"/>
                <a:cs typeface="Calibri"/>
                <a:sym typeface="Calibri"/>
              </a:rPr>
              <a:t>	marks[0]=15;		int x= marks[0];</a:t>
            </a:r>
            <a:endParaRPr/>
          </a:p>
          <a:p>
            <a:pPr indent="-342900" lvl="0" marL="342900" marR="0" rtl="0" algn="l">
              <a:lnSpc>
                <a:spcPct val="80000"/>
              </a:lnSpc>
              <a:spcBef>
                <a:spcPts val="600"/>
              </a:spcBef>
              <a:spcAft>
                <a:spcPts val="0"/>
              </a:spcAft>
              <a:buClr>
                <a:srgbClr val="474747"/>
              </a:buClr>
              <a:buSzPts val="3000"/>
              <a:buFont typeface="Arial"/>
              <a:buNone/>
            </a:pPr>
            <a:r>
              <a:rPr b="0" i="0" lang="en-US" sz="3000" u="none" cap="none" strike="noStrike">
                <a:solidFill>
                  <a:srgbClr val="474747"/>
                </a:solidFill>
                <a:latin typeface="Calibri"/>
                <a:ea typeface="Calibri"/>
                <a:cs typeface="Calibri"/>
                <a:sym typeface="Calibri"/>
              </a:rPr>
              <a:t>	marks[1]=20;       // write a java program</a:t>
            </a:r>
            <a:endParaRPr/>
          </a:p>
          <a:p>
            <a:pPr indent="-342900" lvl="0" marL="342900" marR="0" rtl="0" algn="l">
              <a:lnSpc>
                <a:spcPct val="80000"/>
              </a:lnSpc>
              <a:spcBef>
                <a:spcPts val="600"/>
              </a:spcBef>
              <a:spcAft>
                <a:spcPts val="0"/>
              </a:spcAft>
              <a:buClr>
                <a:srgbClr val="474747"/>
              </a:buClr>
              <a:buSzPts val="3000"/>
              <a:buFont typeface="Arial"/>
              <a:buNone/>
            </a:pPr>
            <a:r>
              <a:rPr b="0" i="0" lang="en-US" sz="3000" u="none" cap="none" strike="noStrike">
                <a:solidFill>
                  <a:srgbClr val="474747"/>
                </a:solidFill>
                <a:latin typeface="Calibri"/>
                <a:ea typeface="Calibri"/>
                <a:cs typeface="Calibri"/>
                <a:sym typeface="Calibri"/>
              </a:rPr>
              <a:t>	marks[2]=16;</a:t>
            </a:r>
            <a:endParaRPr/>
          </a:p>
          <a:p>
            <a:pPr indent="-342900" lvl="0" marL="342900" marR="0" rtl="0" algn="l">
              <a:lnSpc>
                <a:spcPct val="80000"/>
              </a:lnSpc>
              <a:spcBef>
                <a:spcPts val="600"/>
              </a:spcBef>
              <a:spcAft>
                <a:spcPts val="0"/>
              </a:spcAft>
              <a:buClr>
                <a:srgbClr val="474747"/>
              </a:buClr>
              <a:buSzPts val="3000"/>
              <a:buFont typeface="Arial"/>
              <a:buNone/>
            </a:pPr>
            <a:r>
              <a:rPr b="0" i="0" lang="en-US" sz="3000" u="none" cap="none" strike="noStrike">
                <a:solidFill>
                  <a:srgbClr val="474747"/>
                </a:solidFill>
                <a:latin typeface="Calibri"/>
                <a:ea typeface="Calibri"/>
                <a:cs typeface="Calibri"/>
                <a:sym typeface="Calibri"/>
              </a:rPr>
              <a:t>	marks[3]=17;</a:t>
            </a:r>
            <a:endParaRPr/>
          </a:p>
          <a:p>
            <a:pPr indent="-342900" lvl="0" marL="342900" marR="0" rtl="0" algn="l">
              <a:lnSpc>
                <a:spcPct val="80000"/>
              </a:lnSpc>
              <a:spcBef>
                <a:spcPts val="600"/>
              </a:spcBef>
              <a:spcAft>
                <a:spcPts val="0"/>
              </a:spcAft>
              <a:buClr>
                <a:srgbClr val="474747"/>
              </a:buClr>
              <a:buSzPts val="3000"/>
              <a:buFont typeface="Arial"/>
              <a:buNone/>
            </a:pPr>
            <a:r>
              <a:rPr b="0" i="0" lang="en-US" sz="3000" u="none" cap="none" strike="noStrike">
                <a:solidFill>
                  <a:srgbClr val="474747"/>
                </a:solidFill>
                <a:latin typeface="Calibri"/>
                <a:ea typeface="Calibri"/>
                <a:cs typeface="Calibri"/>
                <a:sym typeface="Calibri"/>
              </a:rPr>
              <a:t>	marks[4]=20;  </a:t>
            </a:r>
            <a:endParaRPr/>
          </a:p>
          <a:p>
            <a:pPr indent="-342900" lvl="0" marL="342900" marR="0" rtl="0" algn="l">
              <a:lnSpc>
                <a:spcPct val="80000"/>
              </a:lnSpc>
              <a:spcBef>
                <a:spcPts val="600"/>
              </a:spcBef>
              <a:spcAft>
                <a:spcPts val="0"/>
              </a:spcAft>
              <a:buClr>
                <a:srgbClr val="474747"/>
              </a:buClr>
              <a:buSzPts val="3000"/>
              <a:buFont typeface="Arial"/>
              <a:buNone/>
            </a:pPr>
            <a:r>
              <a:rPr b="0" i="0" lang="en-US" sz="3000" u="none" cap="none" strike="noStrike">
                <a:solidFill>
                  <a:srgbClr val="474747"/>
                </a:solidFill>
                <a:latin typeface="Calibri"/>
                <a:ea typeface="Calibri"/>
                <a:cs typeface="Calibri"/>
                <a:sym typeface="Calibri"/>
              </a:rPr>
              <a:t>	marks[5]=18;   </a:t>
            </a:r>
            <a:endParaRPr/>
          </a:p>
          <a:p>
            <a:pPr indent="-152400" lvl="0" marL="342900" marR="0" rtl="0" algn="l">
              <a:spcBef>
                <a:spcPts val="600"/>
              </a:spcBef>
              <a:spcAft>
                <a:spcPts val="0"/>
              </a:spcAft>
              <a:buClr>
                <a:schemeClr val="dk1"/>
              </a:buClr>
              <a:buSzPts val="3000"/>
              <a:buFont typeface="Arial"/>
              <a:buNone/>
            </a:pPr>
            <a:r>
              <a:t/>
            </a:r>
            <a:endParaRPr b="0" i="0" sz="3000" u="none">
              <a:solidFill>
                <a:srgbClr val="474747"/>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
          <p:cNvSpPr txBox="1"/>
          <p:nvPr>
            <p:ph type="title"/>
          </p:nvPr>
        </p:nvSpPr>
        <p:spPr>
          <a:xfrm>
            <a:off x="457200" y="274637"/>
            <a:ext cx="8229600" cy="58261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800"/>
              <a:buFont typeface="Calibri"/>
              <a:buNone/>
            </a:pPr>
            <a:r>
              <a:rPr b="0" i="0" lang="en-US" sz="2800" u="none">
                <a:solidFill>
                  <a:srgbClr val="474747"/>
                </a:solidFill>
                <a:latin typeface="Calibri"/>
                <a:ea typeface="Calibri"/>
                <a:cs typeface="Calibri"/>
                <a:sym typeface="Calibri"/>
              </a:rPr>
              <a:t>Introduction:  java programming: Creating array</a:t>
            </a:r>
            <a:endParaRPr/>
          </a:p>
        </p:txBody>
      </p:sp>
      <p:sp>
        <p:nvSpPr>
          <p:cNvPr id="390" name="Google Shape;390;p4"/>
          <p:cNvSpPr txBox="1"/>
          <p:nvPr>
            <p:ph idx="1" type="body"/>
          </p:nvPr>
        </p:nvSpPr>
        <p:spPr>
          <a:xfrm>
            <a:off x="285750" y="928687"/>
            <a:ext cx="8643937" cy="5643562"/>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80000"/>
              </a:lnSpc>
              <a:spcBef>
                <a:spcPts val="0"/>
              </a:spcBef>
              <a:spcAft>
                <a:spcPts val="0"/>
              </a:spcAft>
              <a:buClr>
                <a:srgbClr val="474747"/>
              </a:buClr>
              <a:buSzPts val="2600"/>
              <a:buFont typeface="Arial"/>
              <a:buNone/>
            </a:pPr>
            <a:r>
              <a:rPr b="0" i="0" lang="en-US" sz="2600" u="none">
                <a:solidFill>
                  <a:srgbClr val="474747"/>
                </a:solidFill>
                <a:latin typeface="Calibri"/>
                <a:ea typeface="Calibri"/>
                <a:cs typeface="Calibri"/>
                <a:sym typeface="Calibri"/>
              </a:rPr>
              <a:t>Array elements will be stored dynamically in the heap</a:t>
            </a:r>
            <a:endParaRPr/>
          </a:p>
          <a:p>
            <a:pPr indent="-342900" lvl="0" marL="342900" marR="0" rtl="0" algn="just">
              <a:lnSpc>
                <a:spcPct val="80000"/>
              </a:lnSpc>
              <a:spcBef>
                <a:spcPts val="520"/>
              </a:spcBef>
              <a:spcAft>
                <a:spcPts val="0"/>
              </a:spcAft>
              <a:buClr>
                <a:srgbClr val="474747"/>
              </a:buClr>
              <a:buSzPts val="2600"/>
              <a:buFont typeface="Arial"/>
              <a:buNone/>
            </a:pPr>
            <a:r>
              <a:rPr b="0" i="0" lang="en-US" sz="2600" u="none">
                <a:solidFill>
                  <a:srgbClr val="474747"/>
                </a:solidFill>
                <a:latin typeface="Calibri"/>
                <a:ea typeface="Calibri"/>
                <a:cs typeface="Calibri"/>
                <a:sym typeface="Calibri"/>
              </a:rPr>
              <a:t>Array elements will be initialized to default values of respective type if not explicitly initialized</a:t>
            </a:r>
            <a:endParaRPr/>
          </a:p>
          <a:p>
            <a:pPr indent="-342900" lvl="0" marL="342900" marR="0" rtl="0" algn="l">
              <a:lnSpc>
                <a:spcPct val="80000"/>
              </a:lnSpc>
              <a:spcBef>
                <a:spcPts val="520"/>
              </a:spcBef>
              <a:spcAft>
                <a:spcPts val="0"/>
              </a:spcAft>
              <a:buClr>
                <a:schemeClr val="dk1"/>
              </a:buClr>
              <a:buSzPts val="2600"/>
              <a:buFont typeface="Arial"/>
              <a:buNone/>
            </a:pPr>
            <a:r>
              <a:t/>
            </a:r>
            <a:endParaRPr b="0" i="0" sz="2600" u="none">
              <a:solidFill>
                <a:srgbClr val="474747"/>
              </a:solidFill>
              <a:latin typeface="Calibri"/>
              <a:ea typeface="Calibri"/>
              <a:cs typeface="Calibri"/>
              <a:sym typeface="Calibri"/>
            </a:endParaRPr>
          </a:p>
          <a:p>
            <a:pPr indent="-342900" lvl="0" marL="342900" marR="0" rtl="0" algn="l">
              <a:lnSpc>
                <a:spcPct val="80000"/>
              </a:lnSpc>
              <a:spcBef>
                <a:spcPts val="520"/>
              </a:spcBef>
              <a:spcAft>
                <a:spcPts val="0"/>
              </a:spcAft>
              <a:buClr>
                <a:schemeClr val="dk1"/>
              </a:buClr>
              <a:buSzPts val="2600"/>
              <a:buFont typeface="Arial"/>
              <a:buNone/>
            </a:pPr>
            <a:r>
              <a:t/>
            </a:r>
            <a:endParaRPr b="0" i="0" sz="2600" u="none">
              <a:solidFill>
                <a:srgbClr val="474747"/>
              </a:solidFill>
              <a:latin typeface="Calibri"/>
              <a:ea typeface="Calibri"/>
              <a:cs typeface="Calibri"/>
              <a:sym typeface="Calibri"/>
            </a:endParaRPr>
          </a:p>
          <a:p>
            <a:pPr indent="-342900" lvl="0" marL="342900" marR="0" rtl="0" algn="l">
              <a:lnSpc>
                <a:spcPct val="80000"/>
              </a:lnSpc>
              <a:spcBef>
                <a:spcPts val="520"/>
              </a:spcBef>
              <a:spcAft>
                <a:spcPts val="0"/>
              </a:spcAft>
              <a:buClr>
                <a:schemeClr val="dk1"/>
              </a:buClr>
              <a:buSzPts val="2600"/>
              <a:buFont typeface="Arial"/>
              <a:buNone/>
            </a:pPr>
            <a:r>
              <a:t/>
            </a:r>
            <a:endParaRPr b="0" i="0" sz="2600" u="none">
              <a:solidFill>
                <a:srgbClr val="474747"/>
              </a:solidFill>
              <a:latin typeface="Calibri"/>
              <a:ea typeface="Calibri"/>
              <a:cs typeface="Calibri"/>
              <a:sym typeface="Calibri"/>
            </a:endParaRPr>
          </a:p>
          <a:p>
            <a:pPr indent="-342900" lvl="0" marL="342900" marR="0" rtl="0" algn="l">
              <a:lnSpc>
                <a:spcPct val="80000"/>
              </a:lnSpc>
              <a:spcBef>
                <a:spcPts val="520"/>
              </a:spcBef>
              <a:spcAft>
                <a:spcPts val="0"/>
              </a:spcAft>
              <a:buClr>
                <a:schemeClr val="dk1"/>
              </a:buClr>
              <a:buSzPts val="2600"/>
              <a:buFont typeface="Arial"/>
              <a:buNone/>
            </a:pPr>
            <a:r>
              <a:t/>
            </a:r>
            <a:endParaRPr b="0" i="0" sz="2600" u="none">
              <a:solidFill>
                <a:srgbClr val="474747"/>
              </a:solidFill>
              <a:latin typeface="Calibri"/>
              <a:ea typeface="Calibri"/>
              <a:cs typeface="Calibri"/>
              <a:sym typeface="Calibri"/>
            </a:endParaRPr>
          </a:p>
          <a:p>
            <a:pPr indent="-342900" lvl="0" marL="342900" marR="0" rtl="0" algn="l">
              <a:lnSpc>
                <a:spcPct val="80000"/>
              </a:lnSpc>
              <a:spcBef>
                <a:spcPts val="520"/>
              </a:spcBef>
              <a:spcAft>
                <a:spcPts val="0"/>
              </a:spcAft>
              <a:buClr>
                <a:srgbClr val="474747"/>
              </a:buClr>
              <a:buSzPts val="2600"/>
              <a:buFont typeface="Arial"/>
              <a:buNone/>
            </a:pPr>
            <a:r>
              <a:rPr b="0" i="0" lang="en-US" sz="2600" u="none">
                <a:solidFill>
                  <a:srgbClr val="474747"/>
                </a:solidFill>
                <a:latin typeface="Calibri"/>
                <a:ea typeface="Calibri"/>
                <a:cs typeface="Calibri"/>
                <a:sym typeface="Calibri"/>
              </a:rPr>
              <a:t>		     </a:t>
            </a:r>
            <a:endParaRPr/>
          </a:p>
          <a:p>
            <a:pPr indent="-342900" lvl="0" marL="342900" marR="0" rtl="0" algn="l">
              <a:lnSpc>
                <a:spcPct val="80000"/>
              </a:lnSpc>
              <a:spcBef>
                <a:spcPts val="520"/>
              </a:spcBef>
              <a:spcAft>
                <a:spcPts val="0"/>
              </a:spcAft>
              <a:buClr>
                <a:schemeClr val="dk1"/>
              </a:buClr>
              <a:buSzPts val="2600"/>
              <a:buFont typeface="Arial"/>
              <a:buNone/>
            </a:pPr>
            <a:r>
              <a:t/>
            </a:r>
            <a:endParaRPr b="0" i="0" sz="2600" u="none">
              <a:solidFill>
                <a:srgbClr val="474747"/>
              </a:solidFill>
              <a:latin typeface="Calibri"/>
              <a:ea typeface="Calibri"/>
              <a:cs typeface="Calibri"/>
              <a:sym typeface="Calibri"/>
            </a:endParaRPr>
          </a:p>
          <a:p>
            <a:pPr indent="-342900" lvl="0" marL="342900" marR="0" rtl="0" algn="l">
              <a:lnSpc>
                <a:spcPct val="80000"/>
              </a:lnSpc>
              <a:spcBef>
                <a:spcPts val="520"/>
              </a:spcBef>
              <a:spcAft>
                <a:spcPts val="0"/>
              </a:spcAft>
              <a:buClr>
                <a:srgbClr val="474747"/>
              </a:buClr>
              <a:buSzPts val="2600"/>
              <a:buFont typeface="Arial"/>
              <a:buNone/>
            </a:pPr>
            <a:r>
              <a:rPr b="0" i="0" lang="en-US" sz="2600" u="none">
                <a:solidFill>
                  <a:srgbClr val="474747"/>
                </a:solidFill>
                <a:latin typeface="Calibri"/>
                <a:ea typeface="Calibri"/>
                <a:cs typeface="Calibri"/>
                <a:sym typeface="Calibri"/>
              </a:rPr>
              <a:t>		stack</a:t>
            </a:r>
            <a:endParaRPr/>
          </a:p>
          <a:p>
            <a:pPr indent="-342900" lvl="0" marL="342900" marR="0" rtl="0" algn="l">
              <a:lnSpc>
                <a:spcPct val="80000"/>
              </a:lnSpc>
              <a:spcBef>
                <a:spcPts val="520"/>
              </a:spcBef>
              <a:spcAft>
                <a:spcPts val="0"/>
              </a:spcAft>
              <a:buClr>
                <a:schemeClr val="dk1"/>
              </a:buClr>
              <a:buSzPts val="2600"/>
              <a:buFont typeface="Arial"/>
              <a:buNone/>
            </a:pPr>
            <a:r>
              <a:t/>
            </a:r>
            <a:endParaRPr b="0" i="0" sz="2600" u="none">
              <a:solidFill>
                <a:srgbClr val="474747"/>
              </a:solidFill>
              <a:latin typeface="Calibri"/>
              <a:ea typeface="Calibri"/>
              <a:cs typeface="Calibri"/>
              <a:sym typeface="Calibri"/>
            </a:endParaRPr>
          </a:p>
          <a:p>
            <a:pPr indent="-342900" lvl="0" marL="342900" marR="0" rtl="0" algn="l">
              <a:lnSpc>
                <a:spcPct val="80000"/>
              </a:lnSpc>
              <a:spcBef>
                <a:spcPts val="520"/>
              </a:spcBef>
              <a:spcAft>
                <a:spcPts val="0"/>
              </a:spcAft>
              <a:buClr>
                <a:schemeClr val="dk1"/>
              </a:buClr>
              <a:buSzPts val="2600"/>
              <a:buFont typeface="Arial"/>
              <a:buNone/>
            </a:pPr>
            <a:r>
              <a:t/>
            </a:r>
            <a:endParaRPr b="0" i="0" sz="2600" u="none">
              <a:solidFill>
                <a:srgbClr val="474747"/>
              </a:solidFill>
              <a:latin typeface="Calibri"/>
              <a:ea typeface="Calibri"/>
              <a:cs typeface="Calibri"/>
              <a:sym typeface="Calibri"/>
            </a:endParaRPr>
          </a:p>
          <a:p>
            <a:pPr indent="-342900" lvl="0" marL="342900" marR="0" rtl="0" algn="l">
              <a:lnSpc>
                <a:spcPct val="80000"/>
              </a:lnSpc>
              <a:spcBef>
                <a:spcPts val="520"/>
              </a:spcBef>
              <a:spcAft>
                <a:spcPts val="0"/>
              </a:spcAft>
              <a:buClr>
                <a:schemeClr val="dk1"/>
              </a:buClr>
              <a:buSzPts val="2600"/>
              <a:buFont typeface="Arial"/>
              <a:buNone/>
            </a:pPr>
            <a:r>
              <a:t/>
            </a:r>
            <a:endParaRPr b="0" i="0" sz="2600" u="none">
              <a:solidFill>
                <a:srgbClr val="474747"/>
              </a:solidFill>
              <a:latin typeface="Calibri"/>
              <a:ea typeface="Calibri"/>
              <a:cs typeface="Calibri"/>
              <a:sym typeface="Calibri"/>
            </a:endParaRPr>
          </a:p>
          <a:p>
            <a:pPr indent="-342900" lvl="0" marL="342900" marR="0" rtl="0" algn="l">
              <a:lnSpc>
                <a:spcPct val="80000"/>
              </a:lnSpc>
              <a:spcBef>
                <a:spcPts val="520"/>
              </a:spcBef>
              <a:spcAft>
                <a:spcPts val="0"/>
              </a:spcAft>
              <a:buClr>
                <a:srgbClr val="474747"/>
              </a:buClr>
              <a:buSzPts val="2600"/>
              <a:buFont typeface="Arial"/>
              <a:buNone/>
            </a:pPr>
            <a:r>
              <a:rPr b="0" i="0" lang="en-US" sz="2600" u="none">
                <a:solidFill>
                  <a:srgbClr val="474747"/>
                </a:solidFill>
                <a:latin typeface="Calibri"/>
                <a:ea typeface="Calibri"/>
                <a:cs typeface="Calibri"/>
                <a:sym typeface="Calibri"/>
              </a:rPr>
              <a:t>								heap</a:t>
            </a:r>
            <a:endParaRPr/>
          </a:p>
        </p:txBody>
      </p:sp>
      <p:sp>
        <p:nvSpPr>
          <p:cNvPr id="391" name="Google Shape;391;p4"/>
          <p:cNvSpPr txBox="1"/>
          <p:nvPr/>
        </p:nvSpPr>
        <p:spPr>
          <a:xfrm>
            <a:off x="928687" y="3929062"/>
            <a:ext cx="1643062" cy="428625"/>
          </a:xfrm>
          <a:prstGeom prst="rect">
            <a:avLst/>
          </a:prstGeom>
          <a:solidFill>
            <a:schemeClr val="accent1"/>
          </a:solidFill>
          <a:ln cap="flat" cmpd="sng" w="25400">
            <a:solidFill>
              <a:srgbClr val="B3631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a:solidFill>
                  <a:srgbClr val="FFFFFF"/>
                </a:solidFill>
                <a:latin typeface="Calibri"/>
                <a:ea typeface="Calibri"/>
                <a:cs typeface="Calibri"/>
                <a:sym typeface="Calibri"/>
              </a:rPr>
              <a:t>marks</a:t>
            </a:r>
            <a:endParaRPr/>
          </a:p>
        </p:txBody>
      </p:sp>
      <p:sp>
        <p:nvSpPr>
          <p:cNvPr id="392" name="Google Shape;392;p4"/>
          <p:cNvSpPr/>
          <p:nvPr/>
        </p:nvSpPr>
        <p:spPr>
          <a:xfrm>
            <a:off x="5143500" y="2714625"/>
            <a:ext cx="3286125" cy="3214687"/>
          </a:xfrm>
          <a:prstGeom prst="ellipse">
            <a:avLst/>
          </a:prstGeom>
          <a:solidFill>
            <a:schemeClr val="accent1"/>
          </a:solidFill>
          <a:ln cap="flat" cmpd="sng" w="25400">
            <a:solidFill>
              <a:srgbClr val="B3631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393" name="Google Shape;393;p4"/>
          <p:cNvGraphicFramePr/>
          <p:nvPr/>
        </p:nvGraphicFramePr>
        <p:xfrm>
          <a:off x="6429375" y="3357562"/>
          <a:ext cx="3000000" cy="3000000"/>
        </p:xfrm>
        <a:graphic>
          <a:graphicData uri="http://schemas.openxmlformats.org/drawingml/2006/table">
            <a:tbl>
              <a:tblPr>
                <a:noFill/>
                <a:tableStyleId>{284EA12B-35FD-42EC-8299-625868D8A475}</a:tableStyleId>
              </a:tblPr>
              <a:tblGrid>
                <a:gridCol w="714375"/>
              </a:tblGrid>
              <a:tr h="385750">
                <a:tc>
                  <a:txBody>
                    <a:bodyPr/>
                    <a:lstStyle/>
                    <a:p>
                      <a:pPr indent="0" lvl="0" marL="0" marR="0" rtl="0" algn="l">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84175">
                <a:tc>
                  <a:txBody>
                    <a:bodyPr/>
                    <a:lstStyle/>
                    <a:p>
                      <a:pPr indent="0" lvl="0" marL="0" marR="0" rtl="0" algn="l">
                        <a:lnSpc>
                          <a:spcPct val="100000"/>
                        </a:lnSpc>
                        <a:spcBef>
                          <a:spcPts val="0"/>
                        </a:spcBef>
                        <a:spcAft>
                          <a:spcPts val="0"/>
                        </a:spcAft>
                        <a:buClr>
                          <a:srgbClr val="262626"/>
                        </a:buClr>
                        <a:buSzPts val="1800"/>
                        <a:buFont typeface="Calibri"/>
                        <a:buNone/>
                      </a:pPr>
                      <a:r>
                        <a:rPr b="0" i="0" lang="en-US" sz="1800" u="none" cap="none" strike="noStrike">
                          <a:solidFill>
                            <a:srgbClr val="262626"/>
                          </a:solidFill>
                          <a:latin typeface="Calibri"/>
                          <a:ea typeface="Calibri"/>
                          <a:cs typeface="Calibri"/>
                          <a:sym typeface="Calibri"/>
                        </a:rPr>
                        <a:t>20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BDACC"/>
                    </a:solidFill>
                  </a:tcPr>
                </a:tc>
              </a:tr>
              <a:tr h="385750">
                <a:tc>
                  <a:txBody>
                    <a:bodyPr/>
                    <a:lstStyle/>
                    <a:p>
                      <a:pPr indent="0" lvl="0" marL="0" marR="0" rtl="0" algn="l">
                        <a:lnSpc>
                          <a:spcPct val="100000"/>
                        </a:lnSpc>
                        <a:spcBef>
                          <a:spcPts val="0"/>
                        </a:spcBef>
                        <a:spcAft>
                          <a:spcPts val="0"/>
                        </a:spcAft>
                        <a:buClr>
                          <a:srgbClr val="262626"/>
                        </a:buClr>
                        <a:buSzPts val="1800"/>
                        <a:buFont typeface="Calibri"/>
                        <a:buNone/>
                      </a:pPr>
                      <a:r>
                        <a:rPr b="0" i="0" lang="en-US" sz="1800" u="none" cap="none" strike="noStrike">
                          <a:solidFill>
                            <a:srgbClr val="262626"/>
                          </a:solidFill>
                          <a:latin typeface="Calibri"/>
                          <a:ea typeface="Calibri"/>
                          <a:cs typeface="Calibri"/>
                          <a:sym typeface="Calibri"/>
                        </a:rPr>
                        <a:t>16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EDE7"/>
                    </a:solidFill>
                  </a:tcPr>
                </a:tc>
              </a:tr>
              <a:tr h="384175">
                <a:tc>
                  <a:txBody>
                    <a:bodyPr/>
                    <a:lstStyle/>
                    <a:p>
                      <a:pPr indent="0" lvl="0" marL="0" marR="0" rtl="0" algn="l">
                        <a:lnSpc>
                          <a:spcPct val="100000"/>
                        </a:lnSpc>
                        <a:spcBef>
                          <a:spcPts val="0"/>
                        </a:spcBef>
                        <a:spcAft>
                          <a:spcPts val="0"/>
                        </a:spcAft>
                        <a:buClr>
                          <a:srgbClr val="262626"/>
                        </a:buClr>
                        <a:buSzPts val="1800"/>
                        <a:buFont typeface="Calibri"/>
                        <a:buNone/>
                      </a:pPr>
                      <a:r>
                        <a:rPr b="0" i="0" lang="en-US" sz="1800" u="none" cap="none" strike="noStrike">
                          <a:solidFill>
                            <a:srgbClr val="262626"/>
                          </a:solidFill>
                          <a:latin typeface="Calibri"/>
                          <a:ea typeface="Calibri"/>
                          <a:cs typeface="Calibri"/>
                          <a:sym typeface="Calibri"/>
                        </a:rPr>
                        <a:t>17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BDACC"/>
                    </a:solidFill>
                  </a:tcPr>
                </a:tc>
              </a:tr>
              <a:tr h="385750">
                <a:tc>
                  <a:txBody>
                    <a:bodyPr/>
                    <a:lstStyle/>
                    <a:p>
                      <a:pPr indent="0" lvl="0" marL="0" marR="0" rtl="0" algn="l">
                        <a:lnSpc>
                          <a:spcPct val="100000"/>
                        </a:lnSpc>
                        <a:spcBef>
                          <a:spcPts val="0"/>
                        </a:spcBef>
                        <a:spcAft>
                          <a:spcPts val="0"/>
                        </a:spcAft>
                        <a:buClr>
                          <a:srgbClr val="262626"/>
                        </a:buClr>
                        <a:buSzPts val="1800"/>
                        <a:buFont typeface="Calibri"/>
                        <a:buNone/>
                      </a:pPr>
                      <a:r>
                        <a:rPr b="0" i="0" lang="en-US" sz="1800" u="none" cap="none" strike="noStrike">
                          <a:solidFill>
                            <a:srgbClr val="262626"/>
                          </a:solidFill>
                          <a:latin typeface="Calibri"/>
                          <a:ea typeface="Calibri"/>
                          <a:cs typeface="Calibri"/>
                          <a:sym typeface="Calibri"/>
                        </a:rPr>
                        <a:t>20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EDE7"/>
                    </a:solidFill>
                  </a:tcPr>
                </a:tc>
              </a:tr>
            </a:tbl>
          </a:graphicData>
        </a:graphic>
      </p:graphicFrame>
      <p:cxnSp>
        <p:nvCxnSpPr>
          <p:cNvPr id="394" name="Google Shape;394;p4"/>
          <p:cNvCxnSpPr/>
          <p:nvPr/>
        </p:nvCxnSpPr>
        <p:spPr>
          <a:xfrm>
            <a:off x="2571750" y="4143375"/>
            <a:ext cx="2571750" cy="179387"/>
          </a:xfrm>
          <a:prstGeom prst="straightConnector1">
            <a:avLst/>
          </a:prstGeom>
          <a:noFill/>
          <a:ln cap="flat" cmpd="sng" w="9525">
            <a:solidFill>
              <a:srgbClr val="F48618"/>
            </a:solidFill>
            <a:prstDash val="solid"/>
            <a:miter lim="800000"/>
            <a:headEnd len="med" w="med" type="none"/>
            <a:tailEnd len="med" w="med" type="stealth"/>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
          <p:cNvSpPr txBox="1"/>
          <p:nvPr>
            <p:ph type="title"/>
          </p:nvPr>
        </p:nvSpPr>
        <p:spPr>
          <a:xfrm>
            <a:off x="457200" y="274637"/>
            <a:ext cx="8229600" cy="58261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800"/>
              <a:buFont typeface="Calibri"/>
              <a:buNone/>
            </a:pPr>
            <a:r>
              <a:rPr b="0" i="0" lang="en-US" sz="2800" u="none">
                <a:solidFill>
                  <a:srgbClr val="474747"/>
                </a:solidFill>
                <a:latin typeface="Calibri"/>
                <a:ea typeface="Calibri"/>
                <a:cs typeface="Calibri"/>
                <a:sym typeface="Calibri"/>
              </a:rPr>
              <a:t>Introduction:  java programming: Creating array</a:t>
            </a:r>
            <a:endParaRPr/>
          </a:p>
        </p:txBody>
      </p:sp>
      <p:sp>
        <p:nvSpPr>
          <p:cNvPr id="400" name="Google Shape;400;p5"/>
          <p:cNvSpPr txBox="1"/>
          <p:nvPr>
            <p:ph idx="1" type="body"/>
          </p:nvPr>
        </p:nvSpPr>
        <p:spPr>
          <a:xfrm>
            <a:off x="285750" y="928687"/>
            <a:ext cx="8643937" cy="56435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rgbClr val="474747"/>
              </a:buClr>
              <a:buSzPts val="3200"/>
              <a:buFont typeface="Arial"/>
              <a:buChar char="•"/>
            </a:pPr>
            <a:r>
              <a:rPr b="1" i="0" lang="en-US" sz="3200" u="none">
                <a:solidFill>
                  <a:srgbClr val="474747"/>
                </a:solidFill>
                <a:latin typeface="Calibri"/>
                <a:ea typeface="Calibri"/>
                <a:cs typeface="Calibri"/>
                <a:sym typeface="Calibri"/>
              </a:rPr>
              <a:t>Two dimensional array</a:t>
            </a:r>
            <a:r>
              <a:rPr b="0" i="0" lang="en-US" sz="3200" u="none">
                <a:solidFill>
                  <a:srgbClr val="474747"/>
                </a:solidFill>
                <a:latin typeface="Calibri"/>
                <a:ea typeface="Calibri"/>
                <a:cs typeface="Calibri"/>
                <a:sym typeface="Calibri"/>
              </a:rPr>
              <a:t>	</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type[][] array_name= new type[size][size];</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int [][] LabPcs=new int [5][8];</a:t>
            </a:r>
            <a:endParaRPr/>
          </a:p>
          <a:p>
            <a:pPr indent="-342900" lvl="0" marL="342900" marR="0" rtl="0" algn="l">
              <a:lnSpc>
                <a:spcPct val="100000"/>
              </a:lnSpc>
              <a:spcBef>
                <a:spcPts val="640"/>
              </a:spcBef>
              <a:spcAft>
                <a:spcPts val="0"/>
              </a:spcAft>
              <a:buClr>
                <a:schemeClr val="dk1"/>
              </a:buClr>
              <a:buSzPts val="3200"/>
              <a:buFont typeface="Arial"/>
              <a:buNone/>
            </a:pPr>
            <a:r>
              <a:t/>
            </a:r>
            <a:endParaRPr b="0" i="0" sz="3200" u="none">
              <a:solidFill>
                <a:srgbClr val="474747"/>
              </a:solidFill>
              <a:latin typeface="Calibri"/>
              <a:ea typeface="Calibri"/>
              <a:cs typeface="Calibri"/>
              <a:sym typeface="Calibri"/>
            </a:endParaRPr>
          </a:p>
          <a:p>
            <a:pPr indent="-342900" lvl="0" marL="342900" marR="0" rtl="0" algn="l">
              <a:lnSpc>
                <a:spcPct val="100000"/>
              </a:lnSpc>
              <a:spcBef>
                <a:spcPts val="640"/>
              </a:spcBef>
              <a:spcAft>
                <a:spcPts val="0"/>
              </a:spcAft>
              <a:buClr>
                <a:srgbClr val="474747"/>
              </a:buClr>
              <a:buSzPts val="3200"/>
              <a:buFont typeface="Arial"/>
              <a:buNone/>
            </a:pPr>
            <a:r>
              <a:rPr b="1" i="0" lang="en-US" sz="3200" u="none">
                <a:solidFill>
                  <a:srgbClr val="474747"/>
                </a:solidFill>
                <a:latin typeface="Calibri"/>
                <a:ea typeface="Calibri"/>
                <a:cs typeface="Calibri"/>
                <a:sym typeface="Calibri"/>
              </a:rPr>
              <a:t>Initialize:</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LabPcs[0][0] = 1;</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Labpcs[0][1]=2;   // Write a java program</a:t>
            </a:r>
            <a:endParaRPr/>
          </a:p>
          <a:p>
            <a:pPr indent="-342900" lvl="0" marL="342900" marR="0" rtl="0" algn="l">
              <a:lnSpc>
                <a:spcPct val="100000"/>
              </a:lnSpc>
              <a:spcBef>
                <a:spcPts val="640"/>
              </a:spcBef>
              <a:spcAft>
                <a:spcPts val="0"/>
              </a:spcAft>
              <a:buClr>
                <a:srgbClr val="474747"/>
              </a:buClr>
              <a:buSzPts val="3200"/>
              <a:buFont typeface="Arial"/>
              <a:buNone/>
            </a:pPr>
            <a:r>
              <a:rPr b="1" i="0" lang="en-US" sz="3200" u="none">
                <a:solidFill>
                  <a:srgbClr val="474747"/>
                </a:solidFill>
                <a:latin typeface="Calibri"/>
                <a:ea typeface="Calibri"/>
                <a:cs typeface="Calibri"/>
                <a:sym typeface="Calibri"/>
              </a:rPr>
              <a:t>length property:</a:t>
            </a:r>
            <a:r>
              <a:rPr b="0" i="0" lang="en-US" sz="3200" u="none">
                <a:solidFill>
                  <a:srgbClr val="474747"/>
                </a:solidFill>
                <a:latin typeface="Calibri"/>
                <a:ea typeface="Calibri"/>
                <a:cs typeface="Calibri"/>
                <a:sym typeface="Calibri"/>
              </a:rPr>
              <a:t> it returns size of array.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
          <p:cNvSpPr txBox="1"/>
          <p:nvPr>
            <p:ph type="title"/>
          </p:nvPr>
        </p:nvSpPr>
        <p:spPr>
          <a:xfrm>
            <a:off x="457200" y="274637"/>
            <a:ext cx="8229600" cy="58261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800"/>
              <a:buFont typeface="Calibri"/>
              <a:buNone/>
            </a:pPr>
            <a:r>
              <a:rPr b="0" i="0" lang="en-US" sz="2800" u="none">
                <a:solidFill>
                  <a:srgbClr val="474747"/>
                </a:solidFill>
                <a:latin typeface="Calibri"/>
                <a:ea typeface="Calibri"/>
                <a:cs typeface="Calibri"/>
                <a:sym typeface="Calibri"/>
              </a:rPr>
              <a:t>Introduction:  java programming: Creating array</a:t>
            </a:r>
            <a:endParaRPr/>
          </a:p>
        </p:txBody>
      </p:sp>
      <p:sp>
        <p:nvSpPr>
          <p:cNvPr id="406" name="Google Shape;406;p6"/>
          <p:cNvSpPr txBox="1"/>
          <p:nvPr>
            <p:ph idx="1" type="body"/>
          </p:nvPr>
        </p:nvSpPr>
        <p:spPr>
          <a:xfrm>
            <a:off x="285750" y="928687"/>
            <a:ext cx="8643937" cy="56435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rgbClr val="474747"/>
              </a:buClr>
              <a:buSzPts val="3200"/>
              <a:buFont typeface="Arial"/>
              <a:buNone/>
            </a:pPr>
            <a:r>
              <a:rPr b="1" i="0" lang="en-US" sz="3200" u="none">
                <a:solidFill>
                  <a:srgbClr val="474747"/>
                </a:solidFill>
                <a:latin typeface="Calibri"/>
                <a:ea typeface="Calibri"/>
                <a:cs typeface="Calibri"/>
                <a:sym typeface="Calibri"/>
              </a:rPr>
              <a:t>Second method</a:t>
            </a:r>
            <a:endParaRPr/>
          </a:p>
          <a:p>
            <a:pPr indent="-342900" lvl="0" marL="342900" marR="0" rtl="0" algn="l">
              <a:lnSpc>
                <a:spcPct val="100000"/>
              </a:lnSpc>
              <a:spcBef>
                <a:spcPts val="640"/>
              </a:spcBef>
              <a:spcAft>
                <a:spcPts val="0"/>
              </a:spcAft>
              <a:buClr>
                <a:schemeClr val="dk1"/>
              </a:buClr>
              <a:buSzPts val="3200"/>
              <a:buFont typeface="Arial"/>
              <a:buNone/>
            </a:pPr>
            <a:r>
              <a:t/>
            </a:r>
            <a:endParaRPr b="0" i="0" sz="3200" u="none">
              <a:solidFill>
                <a:srgbClr val="474747"/>
              </a:solidFill>
              <a:latin typeface="Calibri"/>
              <a:ea typeface="Calibri"/>
              <a:cs typeface="Calibri"/>
              <a:sym typeface="Calibri"/>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type array_name={value1, value2, … , valueN}; </a:t>
            </a:r>
            <a:endParaRPr/>
          </a:p>
          <a:p>
            <a:pPr indent="-342900" lvl="0" marL="342900" marR="0" rtl="0" algn="l">
              <a:lnSpc>
                <a:spcPct val="100000"/>
              </a:lnSpc>
              <a:spcBef>
                <a:spcPts val="640"/>
              </a:spcBef>
              <a:spcAft>
                <a:spcPts val="0"/>
              </a:spcAft>
              <a:buClr>
                <a:schemeClr val="dk1"/>
              </a:buClr>
              <a:buSzPts val="3200"/>
              <a:buFont typeface="Arial"/>
              <a:buNone/>
            </a:pPr>
            <a:r>
              <a:t/>
            </a:r>
            <a:endParaRPr b="0" i="0" sz="3200" u="none">
              <a:solidFill>
                <a:srgbClr val="474747"/>
              </a:solidFill>
              <a:latin typeface="Calibri"/>
              <a:ea typeface="Calibri"/>
              <a:cs typeface="Calibri"/>
              <a:sym typeface="Calibri"/>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a:t>
            </a:r>
            <a:r>
              <a:rPr b="1" i="0" lang="en-US" sz="3200" u="none">
                <a:solidFill>
                  <a:srgbClr val="474747"/>
                </a:solidFill>
                <a:latin typeface="Calibri"/>
                <a:ea typeface="Calibri"/>
                <a:cs typeface="Calibri"/>
                <a:sym typeface="Calibri"/>
              </a:rPr>
              <a:t>example:</a:t>
            </a:r>
            <a:r>
              <a:rPr b="0" i="0" lang="en-US" sz="3200" u="none">
                <a:solidFill>
                  <a:srgbClr val="474747"/>
                </a:solidFill>
                <a:latin typeface="Calibri"/>
                <a:ea typeface="Calibri"/>
                <a:cs typeface="Calibri"/>
                <a:sym typeface="Calibri"/>
              </a:rPr>
              <a:t> </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String  deptNames={“AandR”, “BT”,”CSE”, “ISE” };</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a:t>
            </a:r>
            <a:endParaRPr/>
          </a:p>
          <a:p>
            <a:pPr indent="-342900" lvl="0" marL="342900" marR="0" rtl="0" algn="l">
              <a:lnSpc>
                <a:spcPct val="100000"/>
              </a:lnSpc>
              <a:spcBef>
                <a:spcPts val="640"/>
              </a:spcBef>
              <a:spcAft>
                <a:spcPts val="0"/>
              </a:spcAft>
              <a:buClr>
                <a:srgbClr val="474747"/>
              </a:buClr>
              <a:buSzPts val="3200"/>
              <a:buFont typeface="Arial"/>
              <a:buNone/>
            </a:pPr>
            <a:r>
              <a:rPr b="1" i="0" lang="en-US" sz="3200" u="none">
                <a:solidFill>
                  <a:srgbClr val="474747"/>
                </a:solidFill>
                <a:latin typeface="Calibri"/>
                <a:ea typeface="Calibri"/>
                <a:cs typeface="Calibri"/>
                <a:sym typeface="Calibri"/>
              </a:rPr>
              <a:t>	what is the size of the array?</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7"/>
          <p:cNvSpPr txBox="1"/>
          <p:nvPr>
            <p:ph type="title"/>
          </p:nvPr>
        </p:nvSpPr>
        <p:spPr>
          <a:xfrm>
            <a:off x="457200" y="274637"/>
            <a:ext cx="8229600" cy="58261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800"/>
              <a:buFont typeface="Calibri"/>
              <a:buNone/>
            </a:pPr>
            <a:r>
              <a:rPr b="0" i="0" lang="en-US" sz="2800" u="none">
                <a:solidFill>
                  <a:srgbClr val="474747"/>
                </a:solidFill>
                <a:latin typeface="Calibri"/>
                <a:ea typeface="Calibri"/>
                <a:cs typeface="Calibri"/>
                <a:sym typeface="Calibri"/>
              </a:rPr>
              <a:t>Introduction:  java programming: Creating array</a:t>
            </a:r>
            <a:endParaRPr/>
          </a:p>
        </p:txBody>
      </p:sp>
      <p:sp>
        <p:nvSpPr>
          <p:cNvPr id="412" name="Google Shape;412;p7"/>
          <p:cNvSpPr txBox="1"/>
          <p:nvPr>
            <p:ph idx="1" type="body"/>
          </p:nvPr>
        </p:nvSpPr>
        <p:spPr>
          <a:xfrm>
            <a:off x="285750" y="928687"/>
            <a:ext cx="8643937" cy="5643562"/>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100000"/>
              </a:lnSpc>
              <a:spcBef>
                <a:spcPts val="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An election is contested for 5 candidates. The candidates are numbered 1 to 5 and the voting is done by marking the candidate number on the ballot paper by 20 peoples. Write a program to read the ballots and count the votes cast for each candidate. In case a number read is outside the range 1 to 5, the ballot should be considered as a spoilt ballot and the program should also count the number of spoilt ballots.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8"/>
          <p:cNvSpPr txBox="1"/>
          <p:nvPr>
            <p:ph type="title"/>
          </p:nvPr>
        </p:nvSpPr>
        <p:spPr>
          <a:xfrm>
            <a:off x="457200" y="274637"/>
            <a:ext cx="8229600" cy="58261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800"/>
              <a:buFont typeface="Calibri"/>
              <a:buNone/>
            </a:pPr>
            <a:r>
              <a:rPr b="0" i="0" lang="en-US" sz="2800" u="none">
                <a:solidFill>
                  <a:srgbClr val="474747"/>
                </a:solidFill>
                <a:latin typeface="Calibri"/>
                <a:ea typeface="Calibri"/>
                <a:cs typeface="Calibri"/>
                <a:sym typeface="Calibri"/>
              </a:rPr>
              <a:t>Introduction:  java programming: Architecture</a:t>
            </a:r>
            <a:endParaRPr/>
          </a:p>
        </p:txBody>
      </p:sp>
      <p:sp>
        <p:nvSpPr>
          <p:cNvPr id="418" name="Google Shape;418;p8"/>
          <p:cNvSpPr txBox="1"/>
          <p:nvPr>
            <p:ph idx="1" type="body"/>
          </p:nvPr>
        </p:nvSpPr>
        <p:spPr>
          <a:xfrm>
            <a:off x="285750" y="928687"/>
            <a:ext cx="8643937" cy="56435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a:t>
            </a:r>
            <a:endParaRPr/>
          </a:p>
        </p:txBody>
      </p:sp>
      <p:sp>
        <p:nvSpPr>
          <p:cNvPr id="419" name="Google Shape;419;p8"/>
          <p:cNvSpPr txBox="1"/>
          <p:nvPr/>
        </p:nvSpPr>
        <p:spPr>
          <a:xfrm>
            <a:off x="2786062" y="1071562"/>
            <a:ext cx="2714625" cy="642937"/>
          </a:xfrm>
          <a:prstGeom prst="rect">
            <a:avLst/>
          </a:prstGeom>
          <a:solidFill>
            <a:schemeClr val="accent1"/>
          </a:solidFill>
          <a:ln cap="flat" cmpd="sng" w="25400">
            <a:solidFill>
              <a:srgbClr val="B3631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Calibri"/>
              <a:buNone/>
            </a:pPr>
            <a:r>
              <a:rPr b="0" i="0" lang="en-US" sz="2400" u="none">
                <a:solidFill>
                  <a:srgbClr val="FFFFFF"/>
                </a:solidFill>
                <a:latin typeface="Calibri"/>
                <a:ea typeface="Calibri"/>
                <a:cs typeface="Calibri"/>
                <a:sym typeface="Calibri"/>
              </a:rPr>
              <a:t>Java source code</a:t>
            </a:r>
            <a:endParaRPr/>
          </a:p>
        </p:txBody>
      </p:sp>
      <p:sp>
        <p:nvSpPr>
          <p:cNvPr id="420" name="Google Shape;420;p8"/>
          <p:cNvSpPr txBox="1"/>
          <p:nvPr/>
        </p:nvSpPr>
        <p:spPr>
          <a:xfrm>
            <a:off x="3286125" y="2143125"/>
            <a:ext cx="2000250" cy="714375"/>
          </a:xfrm>
          <a:prstGeom prst="rect">
            <a:avLst/>
          </a:prstGeom>
          <a:solidFill>
            <a:schemeClr val="accent1"/>
          </a:solidFill>
          <a:ln cap="flat" cmpd="sng" w="25400">
            <a:solidFill>
              <a:srgbClr val="B3631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800"/>
              <a:buFont typeface="Calibri"/>
              <a:buNone/>
            </a:pPr>
            <a:r>
              <a:rPr b="0" i="0" lang="en-US" sz="2800" u="none">
                <a:solidFill>
                  <a:srgbClr val="FFFFFF"/>
                </a:solidFill>
                <a:latin typeface="Calibri"/>
                <a:ea typeface="Calibri"/>
                <a:cs typeface="Calibri"/>
                <a:sym typeface="Calibri"/>
              </a:rPr>
              <a:t>Compiler</a:t>
            </a:r>
            <a:endParaRPr/>
          </a:p>
        </p:txBody>
      </p:sp>
      <p:sp>
        <p:nvSpPr>
          <p:cNvPr id="421" name="Google Shape;421;p8"/>
          <p:cNvSpPr txBox="1"/>
          <p:nvPr/>
        </p:nvSpPr>
        <p:spPr>
          <a:xfrm>
            <a:off x="5929312" y="1143000"/>
            <a:ext cx="785812"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alibri"/>
              <a:buNone/>
            </a:pPr>
            <a:r>
              <a:rPr b="0" i="0" lang="en-US" sz="2400" u="none">
                <a:solidFill>
                  <a:schemeClr val="dk1"/>
                </a:solidFill>
                <a:latin typeface="Calibri"/>
                <a:ea typeface="Calibri"/>
                <a:cs typeface="Calibri"/>
                <a:sym typeface="Calibri"/>
              </a:rPr>
              <a:t>.java</a:t>
            </a:r>
            <a:endParaRPr/>
          </a:p>
        </p:txBody>
      </p:sp>
      <p:sp>
        <p:nvSpPr>
          <p:cNvPr id="422" name="Google Shape;422;p8"/>
          <p:cNvSpPr txBox="1"/>
          <p:nvPr/>
        </p:nvSpPr>
        <p:spPr>
          <a:xfrm>
            <a:off x="6000750" y="2214562"/>
            <a:ext cx="1857375"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Calibri"/>
              <a:buNone/>
            </a:pPr>
            <a:r>
              <a:rPr b="0" i="0" lang="en-US" sz="3200" u="none">
                <a:solidFill>
                  <a:schemeClr val="dk1"/>
                </a:solidFill>
                <a:latin typeface="Calibri"/>
                <a:ea typeface="Calibri"/>
                <a:cs typeface="Calibri"/>
                <a:sym typeface="Calibri"/>
              </a:rPr>
              <a:t>javac</a:t>
            </a:r>
            <a:endParaRPr/>
          </a:p>
        </p:txBody>
      </p:sp>
      <p:sp>
        <p:nvSpPr>
          <p:cNvPr id="423" name="Google Shape;423;p8"/>
          <p:cNvSpPr txBox="1"/>
          <p:nvPr/>
        </p:nvSpPr>
        <p:spPr>
          <a:xfrm>
            <a:off x="2857500" y="3214687"/>
            <a:ext cx="2786062" cy="571500"/>
          </a:xfrm>
          <a:prstGeom prst="rect">
            <a:avLst/>
          </a:prstGeom>
          <a:solidFill>
            <a:schemeClr val="accent1"/>
          </a:solidFill>
          <a:ln cap="flat" cmpd="sng" w="25400">
            <a:solidFill>
              <a:srgbClr val="B3631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Calibri"/>
              <a:buNone/>
            </a:pPr>
            <a:r>
              <a:rPr b="0" i="0" lang="en-US" sz="2400" u="none">
                <a:solidFill>
                  <a:srgbClr val="FFFFFF"/>
                </a:solidFill>
                <a:latin typeface="Calibri"/>
                <a:ea typeface="Calibri"/>
                <a:cs typeface="Calibri"/>
                <a:sym typeface="Calibri"/>
              </a:rPr>
              <a:t>Byte Code</a:t>
            </a:r>
            <a:endParaRPr/>
          </a:p>
        </p:txBody>
      </p:sp>
      <p:sp>
        <p:nvSpPr>
          <p:cNvPr id="424" name="Google Shape;424;p8"/>
          <p:cNvSpPr txBox="1"/>
          <p:nvPr/>
        </p:nvSpPr>
        <p:spPr>
          <a:xfrm>
            <a:off x="2857500" y="4500562"/>
            <a:ext cx="2786062" cy="642937"/>
          </a:xfrm>
          <a:prstGeom prst="rect">
            <a:avLst/>
          </a:prstGeom>
          <a:solidFill>
            <a:schemeClr val="accent1"/>
          </a:solidFill>
          <a:ln cap="flat" cmpd="sng" w="25400">
            <a:solidFill>
              <a:srgbClr val="B3631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a:solidFill>
                  <a:srgbClr val="FFFFFF"/>
                </a:solidFill>
                <a:latin typeface="Calibri"/>
                <a:ea typeface="Calibri"/>
                <a:cs typeface="Calibri"/>
                <a:sym typeface="Calibri"/>
              </a:rPr>
              <a:t>Platform  specific  Instructions (Unix)</a:t>
            </a:r>
            <a:endParaRPr/>
          </a:p>
        </p:txBody>
      </p:sp>
      <p:sp>
        <p:nvSpPr>
          <p:cNvPr id="425" name="Google Shape;425;p8"/>
          <p:cNvSpPr txBox="1"/>
          <p:nvPr/>
        </p:nvSpPr>
        <p:spPr>
          <a:xfrm>
            <a:off x="3071812" y="5500687"/>
            <a:ext cx="2357437" cy="571500"/>
          </a:xfrm>
          <a:prstGeom prst="rect">
            <a:avLst/>
          </a:prstGeom>
          <a:solidFill>
            <a:schemeClr val="accent1"/>
          </a:solidFill>
          <a:ln cap="flat" cmpd="sng" w="25400">
            <a:solidFill>
              <a:srgbClr val="B3631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800"/>
              <a:buFont typeface="Calibri"/>
              <a:buNone/>
            </a:pPr>
            <a:r>
              <a:rPr b="0" i="0" lang="en-US" sz="2800" u="none">
                <a:solidFill>
                  <a:srgbClr val="FFFFFF"/>
                </a:solidFill>
                <a:latin typeface="Calibri"/>
                <a:ea typeface="Calibri"/>
                <a:cs typeface="Calibri"/>
                <a:sym typeface="Calibri"/>
              </a:rPr>
              <a:t>OutPut</a:t>
            </a:r>
            <a:endParaRPr/>
          </a:p>
        </p:txBody>
      </p:sp>
      <p:cxnSp>
        <p:nvCxnSpPr>
          <p:cNvPr id="426" name="Google Shape;426;p8"/>
          <p:cNvCxnSpPr/>
          <p:nvPr/>
        </p:nvCxnSpPr>
        <p:spPr>
          <a:xfrm rot="5400000">
            <a:off x="3928268" y="1928018"/>
            <a:ext cx="428625" cy="1587"/>
          </a:xfrm>
          <a:prstGeom prst="straightConnector1">
            <a:avLst/>
          </a:prstGeom>
          <a:noFill/>
          <a:ln cap="flat" cmpd="sng" w="9525">
            <a:solidFill>
              <a:srgbClr val="F48618"/>
            </a:solidFill>
            <a:prstDash val="solid"/>
            <a:miter lim="800000"/>
            <a:headEnd len="med" w="med" type="none"/>
            <a:tailEnd len="med" w="med" type="stealth"/>
          </a:ln>
        </p:spPr>
      </p:cxnSp>
      <p:cxnSp>
        <p:nvCxnSpPr>
          <p:cNvPr id="427" name="Google Shape;427;p8"/>
          <p:cNvCxnSpPr/>
          <p:nvPr/>
        </p:nvCxnSpPr>
        <p:spPr>
          <a:xfrm rot="5400000">
            <a:off x="4089400" y="3017837"/>
            <a:ext cx="357187" cy="36512"/>
          </a:xfrm>
          <a:prstGeom prst="straightConnector1">
            <a:avLst/>
          </a:prstGeom>
          <a:noFill/>
          <a:ln cap="flat" cmpd="sng" w="9525">
            <a:solidFill>
              <a:srgbClr val="F48618"/>
            </a:solidFill>
            <a:prstDash val="solid"/>
            <a:miter lim="800000"/>
            <a:headEnd len="med" w="med" type="none"/>
            <a:tailEnd len="med" w="med" type="stealth"/>
          </a:ln>
        </p:spPr>
      </p:cxnSp>
      <p:cxnSp>
        <p:nvCxnSpPr>
          <p:cNvPr id="428" name="Google Shape;428;p8"/>
          <p:cNvCxnSpPr/>
          <p:nvPr/>
        </p:nvCxnSpPr>
        <p:spPr>
          <a:xfrm rot="5400000">
            <a:off x="3893343" y="4144168"/>
            <a:ext cx="714375" cy="1587"/>
          </a:xfrm>
          <a:prstGeom prst="straightConnector1">
            <a:avLst/>
          </a:prstGeom>
          <a:noFill/>
          <a:ln cap="flat" cmpd="sng" w="9525">
            <a:solidFill>
              <a:srgbClr val="F48618"/>
            </a:solidFill>
            <a:prstDash val="solid"/>
            <a:miter lim="800000"/>
            <a:headEnd len="med" w="med" type="none"/>
            <a:tailEnd len="med" w="med" type="stealth"/>
          </a:ln>
        </p:spPr>
      </p:cxnSp>
      <p:cxnSp>
        <p:nvCxnSpPr>
          <p:cNvPr id="429" name="Google Shape;429;p8"/>
          <p:cNvCxnSpPr/>
          <p:nvPr/>
        </p:nvCxnSpPr>
        <p:spPr>
          <a:xfrm rot="5400000">
            <a:off x="4071937" y="5322887"/>
            <a:ext cx="357187" cy="1587"/>
          </a:xfrm>
          <a:prstGeom prst="straightConnector1">
            <a:avLst/>
          </a:prstGeom>
          <a:noFill/>
          <a:ln cap="flat" cmpd="sng" w="9525">
            <a:solidFill>
              <a:srgbClr val="F48618"/>
            </a:solidFill>
            <a:prstDash val="solid"/>
            <a:miter lim="800000"/>
            <a:headEnd len="med" w="med" type="none"/>
            <a:tailEnd len="med" w="med" type="stealth"/>
          </a:ln>
        </p:spPr>
      </p:cxnSp>
      <p:sp>
        <p:nvSpPr>
          <p:cNvPr id="430" name="Google Shape;430;p8"/>
          <p:cNvSpPr txBox="1"/>
          <p:nvPr/>
        </p:nvSpPr>
        <p:spPr>
          <a:xfrm>
            <a:off x="142875" y="3467100"/>
            <a:ext cx="2286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alibri"/>
              <a:buNone/>
            </a:pPr>
            <a:r>
              <a:rPr b="0" i="0" lang="en-US" sz="2400" u="none">
                <a:solidFill>
                  <a:schemeClr val="dk1"/>
                </a:solidFill>
                <a:latin typeface="Calibri"/>
                <a:ea typeface="Calibri"/>
                <a:cs typeface="Calibri"/>
                <a:sym typeface="Calibri"/>
              </a:rPr>
              <a:t>Java interpreter</a:t>
            </a:r>
            <a:endParaRPr/>
          </a:p>
        </p:txBody>
      </p:sp>
      <p:cxnSp>
        <p:nvCxnSpPr>
          <p:cNvPr id="431" name="Google Shape;431;p8"/>
          <p:cNvCxnSpPr/>
          <p:nvPr/>
        </p:nvCxnSpPr>
        <p:spPr>
          <a:xfrm rot="5400000">
            <a:off x="3249612" y="3894137"/>
            <a:ext cx="214312" cy="1587"/>
          </a:xfrm>
          <a:prstGeom prst="straightConnector1">
            <a:avLst/>
          </a:prstGeom>
          <a:noFill/>
          <a:ln cap="flat" cmpd="sng" w="9525">
            <a:solidFill>
              <a:srgbClr val="F48618"/>
            </a:solidFill>
            <a:prstDash val="solid"/>
            <a:miter lim="800000"/>
            <a:headEnd len="med" w="med" type="none"/>
            <a:tailEnd len="med" w="med" type="none"/>
          </a:ln>
        </p:spPr>
      </p:cxnSp>
      <p:cxnSp>
        <p:nvCxnSpPr>
          <p:cNvPr id="432" name="Google Shape;432;p8"/>
          <p:cNvCxnSpPr/>
          <p:nvPr/>
        </p:nvCxnSpPr>
        <p:spPr>
          <a:xfrm>
            <a:off x="1857375" y="4000500"/>
            <a:ext cx="1500187" cy="1587"/>
          </a:xfrm>
          <a:prstGeom prst="straightConnector1">
            <a:avLst/>
          </a:prstGeom>
          <a:noFill/>
          <a:ln cap="flat" cmpd="sng" w="9525">
            <a:solidFill>
              <a:srgbClr val="F48618"/>
            </a:solidFill>
            <a:prstDash val="solid"/>
            <a:miter lim="800000"/>
            <a:headEnd len="med" w="med" type="none"/>
            <a:tailEnd len="med" w="med" type="none"/>
          </a:ln>
        </p:spPr>
      </p:cxnSp>
      <p:cxnSp>
        <p:nvCxnSpPr>
          <p:cNvPr id="433" name="Google Shape;433;p8"/>
          <p:cNvCxnSpPr/>
          <p:nvPr/>
        </p:nvCxnSpPr>
        <p:spPr>
          <a:xfrm rot="5400000">
            <a:off x="4751387" y="3894137"/>
            <a:ext cx="214312" cy="1587"/>
          </a:xfrm>
          <a:prstGeom prst="straightConnector1">
            <a:avLst/>
          </a:prstGeom>
          <a:noFill/>
          <a:ln cap="flat" cmpd="sng" w="9525">
            <a:solidFill>
              <a:srgbClr val="F48618"/>
            </a:solidFill>
            <a:prstDash val="solid"/>
            <a:miter lim="800000"/>
            <a:headEnd len="med" w="med" type="none"/>
            <a:tailEnd len="med" w="med" type="none"/>
          </a:ln>
        </p:spPr>
      </p:cxnSp>
      <p:cxnSp>
        <p:nvCxnSpPr>
          <p:cNvPr id="434" name="Google Shape;434;p8"/>
          <p:cNvCxnSpPr/>
          <p:nvPr/>
        </p:nvCxnSpPr>
        <p:spPr>
          <a:xfrm>
            <a:off x="4857750" y="4000500"/>
            <a:ext cx="2286000" cy="1587"/>
          </a:xfrm>
          <a:prstGeom prst="straightConnector1">
            <a:avLst/>
          </a:prstGeom>
          <a:noFill/>
          <a:ln cap="flat" cmpd="sng" w="9525">
            <a:solidFill>
              <a:srgbClr val="F48618"/>
            </a:solidFill>
            <a:prstDash val="solid"/>
            <a:miter lim="800000"/>
            <a:headEnd len="med" w="med" type="none"/>
            <a:tailEnd len="med" w="med" type="none"/>
          </a:ln>
        </p:spPr>
      </p:cxnSp>
      <p:cxnSp>
        <p:nvCxnSpPr>
          <p:cNvPr id="435" name="Google Shape;435;p8"/>
          <p:cNvCxnSpPr/>
          <p:nvPr/>
        </p:nvCxnSpPr>
        <p:spPr>
          <a:xfrm rot="5400000">
            <a:off x="1106487" y="4751387"/>
            <a:ext cx="1500187" cy="1587"/>
          </a:xfrm>
          <a:prstGeom prst="straightConnector1">
            <a:avLst/>
          </a:prstGeom>
          <a:noFill/>
          <a:ln cap="flat" cmpd="sng" w="9525">
            <a:solidFill>
              <a:srgbClr val="F48618"/>
            </a:solidFill>
            <a:prstDash val="solid"/>
            <a:miter lim="800000"/>
            <a:headEnd len="med" w="med" type="none"/>
            <a:tailEnd len="med" w="med" type="stealth"/>
          </a:ln>
        </p:spPr>
      </p:cxnSp>
      <p:cxnSp>
        <p:nvCxnSpPr>
          <p:cNvPr id="436" name="Google Shape;436;p8"/>
          <p:cNvCxnSpPr/>
          <p:nvPr/>
        </p:nvCxnSpPr>
        <p:spPr>
          <a:xfrm rot="5400000">
            <a:off x="6786562" y="5214937"/>
            <a:ext cx="287337" cy="1587"/>
          </a:xfrm>
          <a:prstGeom prst="straightConnector1">
            <a:avLst/>
          </a:prstGeom>
          <a:noFill/>
          <a:ln cap="flat" cmpd="sng" w="9525">
            <a:solidFill>
              <a:srgbClr val="F48618"/>
            </a:solidFill>
            <a:prstDash val="solid"/>
            <a:miter lim="800000"/>
            <a:headEnd len="med" w="med" type="none"/>
            <a:tailEnd len="med" w="med" type="stealth"/>
          </a:ln>
        </p:spPr>
      </p:cxnSp>
      <p:sp>
        <p:nvSpPr>
          <p:cNvPr id="437" name="Google Shape;437;p8"/>
          <p:cNvSpPr txBox="1"/>
          <p:nvPr/>
        </p:nvSpPr>
        <p:spPr>
          <a:xfrm>
            <a:off x="642937" y="5500687"/>
            <a:ext cx="2071687" cy="571500"/>
          </a:xfrm>
          <a:prstGeom prst="rect">
            <a:avLst/>
          </a:prstGeom>
          <a:solidFill>
            <a:schemeClr val="accent1"/>
          </a:solidFill>
          <a:ln cap="flat" cmpd="sng" w="25400">
            <a:solidFill>
              <a:srgbClr val="B3631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800"/>
              <a:buFont typeface="Calibri"/>
              <a:buNone/>
            </a:pPr>
            <a:r>
              <a:rPr b="0" i="0" lang="en-US" sz="2800" u="none">
                <a:solidFill>
                  <a:srgbClr val="FFFFFF"/>
                </a:solidFill>
                <a:latin typeface="Calibri"/>
                <a:ea typeface="Calibri"/>
                <a:cs typeface="Calibri"/>
                <a:sym typeface="Calibri"/>
              </a:rPr>
              <a:t>OutPut</a:t>
            </a:r>
            <a:endParaRPr/>
          </a:p>
        </p:txBody>
      </p:sp>
      <p:sp>
        <p:nvSpPr>
          <p:cNvPr id="438" name="Google Shape;438;p8"/>
          <p:cNvSpPr txBox="1"/>
          <p:nvPr/>
        </p:nvSpPr>
        <p:spPr>
          <a:xfrm>
            <a:off x="6215062" y="5429250"/>
            <a:ext cx="1928812" cy="571500"/>
          </a:xfrm>
          <a:prstGeom prst="rect">
            <a:avLst/>
          </a:prstGeom>
          <a:solidFill>
            <a:schemeClr val="accent1"/>
          </a:solidFill>
          <a:ln cap="flat" cmpd="sng" w="25400">
            <a:solidFill>
              <a:srgbClr val="B3631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800"/>
              <a:buFont typeface="Calibri"/>
              <a:buNone/>
            </a:pPr>
            <a:r>
              <a:rPr b="0" i="0" lang="en-US" sz="2800" u="none">
                <a:solidFill>
                  <a:srgbClr val="FFFFFF"/>
                </a:solidFill>
                <a:latin typeface="Calibri"/>
                <a:ea typeface="Calibri"/>
                <a:cs typeface="Calibri"/>
                <a:sym typeface="Calibri"/>
              </a:rPr>
              <a:t>OutPut</a:t>
            </a:r>
            <a:endParaRPr/>
          </a:p>
        </p:txBody>
      </p:sp>
      <p:sp>
        <p:nvSpPr>
          <p:cNvPr id="439" name="Google Shape;439;p8"/>
          <p:cNvSpPr txBox="1"/>
          <p:nvPr/>
        </p:nvSpPr>
        <p:spPr>
          <a:xfrm>
            <a:off x="142875" y="4510087"/>
            <a:ext cx="2643187" cy="642937"/>
          </a:xfrm>
          <a:prstGeom prst="rect">
            <a:avLst/>
          </a:prstGeom>
          <a:solidFill>
            <a:schemeClr val="accent1"/>
          </a:solidFill>
          <a:ln cap="flat" cmpd="sng" w="25400">
            <a:solidFill>
              <a:srgbClr val="B3631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a:solidFill>
                  <a:srgbClr val="FFFFFF"/>
                </a:solidFill>
                <a:latin typeface="Calibri"/>
                <a:ea typeface="Calibri"/>
                <a:cs typeface="Calibri"/>
                <a:sym typeface="Calibri"/>
              </a:rPr>
              <a:t>Platform  specific  Instructions  (windows)</a:t>
            </a:r>
            <a:endParaRPr/>
          </a:p>
        </p:txBody>
      </p:sp>
      <p:sp>
        <p:nvSpPr>
          <p:cNvPr id="440" name="Google Shape;440;p8"/>
          <p:cNvSpPr txBox="1"/>
          <p:nvPr/>
        </p:nvSpPr>
        <p:spPr>
          <a:xfrm>
            <a:off x="5857875" y="4500562"/>
            <a:ext cx="2786062" cy="642937"/>
          </a:xfrm>
          <a:prstGeom prst="rect">
            <a:avLst/>
          </a:prstGeom>
          <a:solidFill>
            <a:schemeClr val="accent1"/>
          </a:solidFill>
          <a:ln cap="flat" cmpd="sng" w="25400">
            <a:solidFill>
              <a:srgbClr val="B3631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a:solidFill>
                  <a:srgbClr val="FFFFFF"/>
                </a:solidFill>
                <a:latin typeface="Calibri"/>
                <a:ea typeface="Calibri"/>
                <a:cs typeface="Calibri"/>
                <a:sym typeface="Calibri"/>
              </a:rPr>
              <a:t>Platform  specific  Instructions  (MacOS)</a:t>
            </a:r>
            <a:endParaRPr/>
          </a:p>
        </p:txBody>
      </p:sp>
      <p:cxnSp>
        <p:nvCxnSpPr>
          <p:cNvPr id="441" name="Google Shape;441;p8"/>
          <p:cNvCxnSpPr/>
          <p:nvPr/>
        </p:nvCxnSpPr>
        <p:spPr>
          <a:xfrm rot="5400000">
            <a:off x="6930231" y="4215606"/>
            <a:ext cx="428625" cy="1587"/>
          </a:xfrm>
          <a:prstGeom prst="straightConnector1">
            <a:avLst/>
          </a:prstGeom>
          <a:noFill/>
          <a:ln cap="flat" cmpd="sng" w="9525">
            <a:solidFill>
              <a:srgbClr val="F48618"/>
            </a:solidFill>
            <a:prstDash val="solid"/>
            <a:miter lim="800000"/>
            <a:headEnd len="med" w="med" type="none"/>
            <a:tailEnd len="med" w="med" type="stealth"/>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9"/>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3000"/>
              <a:buFont typeface="Calibri"/>
              <a:buNone/>
            </a:pPr>
            <a:r>
              <a:rPr b="0" i="0" lang="en-US" sz="3000" u="none">
                <a:solidFill>
                  <a:srgbClr val="474747"/>
                </a:solidFill>
                <a:latin typeface="Calibri"/>
                <a:ea typeface="Calibri"/>
                <a:cs typeface="Calibri"/>
                <a:sym typeface="Calibri"/>
              </a:rPr>
              <a:t>String</a:t>
            </a:r>
            <a:endParaRPr/>
          </a:p>
        </p:txBody>
      </p:sp>
      <p:sp>
        <p:nvSpPr>
          <p:cNvPr id="447" name="Google Shape;447;p9"/>
          <p:cNvSpPr txBox="1"/>
          <p:nvPr>
            <p:ph idx="1" type="body"/>
          </p:nvPr>
        </p:nvSpPr>
        <p:spPr>
          <a:xfrm>
            <a:off x="457200" y="914400"/>
            <a:ext cx="8229600" cy="52117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2400"/>
              <a:buFont typeface="Arial"/>
              <a:buChar char="•"/>
            </a:pPr>
            <a:r>
              <a:rPr b="1" i="0" lang="en-US" sz="2400" u="none">
                <a:solidFill>
                  <a:srgbClr val="474747"/>
                </a:solidFill>
                <a:latin typeface="Calibri"/>
                <a:ea typeface="Calibri"/>
                <a:cs typeface="Calibri"/>
                <a:sym typeface="Calibri"/>
              </a:rPr>
              <a:t>Java String</a:t>
            </a:r>
            <a:r>
              <a:rPr b="0" i="0" lang="en-US" sz="2400" u="none">
                <a:solidFill>
                  <a:srgbClr val="474747"/>
                </a:solidFill>
                <a:latin typeface="Calibri"/>
                <a:ea typeface="Calibri"/>
                <a:cs typeface="Calibri"/>
                <a:sym typeface="Calibri"/>
              </a:rPr>
              <a:t> provides a lot of concepts that can be performed on a string such as compare, concat, equals, split, length, replace, compareTo, intern, substring etc. </a:t>
            </a:r>
            <a:endParaRPr/>
          </a:p>
          <a:p>
            <a:pPr indent="-342900" lvl="0" marL="342900" marR="0" rtl="0" algn="l">
              <a:lnSpc>
                <a:spcPct val="100000"/>
              </a:lnSpc>
              <a:spcBef>
                <a:spcPts val="480"/>
              </a:spcBef>
              <a:spcAft>
                <a:spcPts val="0"/>
              </a:spcAft>
              <a:buClr>
                <a:srgbClr val="474747"/>
              </a:buClr>
              <a:buSzPts val="2400"/>
              <a:buFont typeface="Arial"/>
              <a:buChar char="•"/>
            </a:pPr>
            <a:r>
              <a:rPr b="0" i="0" lang="en-US" sz="2400" u="none">
                <a:solidFill>
                  <a:srgbClr val="474747"/>
                </a:solidFill>
                <a:latin typeface="Calibri"/>
                <a:ea typeface="Calibri"/>
                <a:cs typeface="Calibri"/>
                <a:sym typeface="Calibri"/>
              </a:rPr>
              <a:t>In java, string is basically an object that represents sequence of char values.</a:t>
            </a:r>
            <a:endParaRPr/>
          </a:p>
          <a:p>
            <a:pPr indent="-342900" lvl="0" marL="342900" marR="0" rtl="0" algn="l">
              <a:lnSpc>
                <a:spcPct val="100000"/>
              </a:lnSpc>
              <a:spcBef>
                <a:spcPts val="480"/>
              </a:spcBef>
              <a:spcAft>
                <a:spcPts val="0"/>
              </a:spcAft>
              <a:buClr>
                <a:srgbClr val="474747"/>
              </a:buClr>
              <a:buSzPts val="2400"/>
              <a:buFont typeface="Arial"/>
              <a:buChar char="•"/>
            </a:pPr>
            <a:r>
              <a:rPr b="0" i="0" lang="en-US" sz="2400" u="none">
                <a:solidFill>
                  <a:srgbClr val="474747"/>
                </a:solidFill>
                <a:latin typeface="Calibri"/>
                <a:ea typeface="Calibri"/>
                <a:cs typeface="Calibri"/>
                <a:sym typeface="Calibri"/>
              </a:rPr>
              <a:t>An array of characters works same as java string. For example:</a:t>
            </a:r>
            <a:endParaRPr/>
          </a:p>
          <a:p>
            <a:pPr indent="-342900" lvl="0" marL="342900" marR="0" rtl="0" algn="l">
              <a:lnSpc>
                <a:spcPct val="100000"/>
              </a:lnSpc>
              <a:spcBef>
                <a:spcPts val="48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        char[] ch={‘k',‘l',‘e',‘t',‘e',‘c',‘h’};  </a:t>
            </a:r>
            <a:endParaRPr/>
          </a:p>
          <a:p>
            <a:pPr indent="-342900" lvl="0" marL="342900" marR="0" rtl="0" algn="l">
              <a:lnSpc>
                <a:spcPct val="100000"/>
              </a:lnSpc>
              <a:spcBef>
                <a:spcPts val="48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      String s=new String(ch);  </a:t>
            </a:r>
            <a:endParaRPr/>
          </a:p>
          <a:p>
            <a:pPr indent="-342900" lvl="0" marL="342900" marR="0" rtl="0" algn="l">
              <a:lnSpc>
                <a:spcPct val="100000"/>
              </a:lnSpc>
              <a:spcBef>
                <a:spcPts val="48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       is same as:</a:t>
            </a:r>
            <a:endParaRPr/>
          </a:p>
          <a:p>
            <a:pPr indent="-342900" lvl="0" marL="342900" marR="0" rtl="0" algn="l">
              <a:lnSpc>
                <a:spcPct val="100000"/>
              </a:lnSpc>
              <a:spcBef>
                <a:spcPts val="480"/>
              </a:spcBef>
              <a:spcAft>
                <a:spcPts val="0"/>
              </a:spcAft>
              <a:buClr>
                <a:srgbClr val="474747"/>
              </a:buClr>
              <a:buSzPts val="2400"/>
              <a:buFont typeface="Arial"/>
              <a:buChar char="•"/>
            </a:pPr>
            <a:r>
              <a:rPr b="0" i="0" lang="en-US" sz="2400" u="none">
                <a:solidFill>
                  <a:srgbClr val="474747"/>
                </a:solidFill>
                <a:latin typeface="Calibri"/>
                <a:ea typeface="Calibri"/>
                <a:cs typeface="Calibri"/>
                <a:sym typeface="Calibri"/>
              </a:rPr>
              <a:t>String s=“kletech";  </a:t>
            </a:r>
            <a:endParaRPr/>
          </a:p>
          <a:p>
            <a:pPr indent="-342900" lvl="0" marL="342900" marR="0" rtl="0" algn="l">
              <a:lnSpc>
                <a:spcPct val="100000"/>
              </a:lnSpc>
              <a:spcBef>
                <a:spcPts val="480"/>
              </a:spcBef>
              <a:spcAft>
                <a:spcPts val="0"/>
              </a:spcAft>
              <a:buClr>
                <a:srgbClr val="474747"/>
              </a:buClr>
              <a:buSzPts val="2400"/>
              <a:buFont typeface="Arial"/>
              <a:buChar char="•"/>
            </a:pPr>
            <a:r>
              <a:rPr b="0" i="0" lang="en-US" sz="2400" u="none">
                <a:solidFill>
                  <a:srgbClr val="474747"/>
                </a:solidFill>
                <a:latin typeface="Calibri"/>
                <a:ea typeface="Calibri"/>
                <a:cs typeface="Calibri"/>
                <a:sym typeface="Calibri"/>
              </a:rPr>
              <a:t>The java String is immutable i.e. it cannot be changed but a new instance is created. </a:t>
            </a:r>
            <a:endParaRPr/>
          </a:p>
          <a:p>
            <a:pPr indent="-342900" lvl="0" marL="342900" marR="0" rtl="0" algn="l">
              <a:lnSpc>
                <a:spcPct val="100000"/>
              </a:lnSpc>
              <a:spcBef>
                <a:spcPts val="400"/>
              </a:spcBef>
              <a:spcAft>
                <a:spcPts val="0"/>
              </a:spcAft>
              <a:buClr>
                <a:srgbClr val="474747"/>
              </a:buClr>
              <a:buSzPts val="2000"/>
              <a:buFont typeface="Arial"/>
              <a:buNone/>
            </a:pPr>
            <a:r>
              <a:rPr b="0" i="0" lang="en-US" sz="2000" u="none">
                <a:solidFill>
                  <a:srgbClr val="474747"/>
                </a:solidFill>
                <a:latin typeface="Calibri"/>
                <a:ea typeface="Calibri"/>
                <a:cs typeface="Calibri"/>
                <a:sym typeface="Calibri"/>
              </a:rPr>
              <a:t>     </a:t>
            </a:r>
            <a:endParaRPr/>
          </a:p>
          <a:p>
            <a:pPr indent="-215900" lvl="0" marL="342900" marR="0" rtl="0" algn="l">
              <a:spcBef>
                <a:spcPts val="400"/>
              </a:spcBef>
              <a:spcAft>
                <a:spcPts val="0"/>
              </a:spcAft>
              <a:buClr>
                <a:schemeClr val="dk1"/>
              </a:buClr>
              <a:buSzPts val="2000"/>
              <a:buFont typeface="Arial"/>
              <a:buNone/>
            </a:pPr>
            <a:r>
              <a:t/>
            </a:r>
            <a:endParaRPr b="0" i="0" sz="2000" u="none">
              <a:solidFill>
                <a:srgbClr val="474747"/>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10"/>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t/>
            </a:r>
            <a:endParaRPr b="0" sz="3000">
              <a:solidFill>
                <a:srgbClr val="464646"/>
              </a:solidFill>
            </a:endParaRPr>
          </a:p>
        </p:txBody>
      </p:sp>
      <p:sp>
        <p:nvSpPr>
          <p:cNvPr id="453" name="Google Shape;453;p1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 Length</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int length</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  s= new String(“Hello”);</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System.out.println(s.length());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1"/>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3000"/>
              <a:buFont typeface="Calibri"/>
              <a:buNone/>
            </a:pPr>
            <a:r>
              <a:rPr b="0" i="0" lang="en-US" sz="3000" u="none">
                <a:solidFill>
                  <a:srgbClr val="474747"/>
                </a:solidFill>
                <a:latin typeface="Calibri"/>
                <a:ea typeface="Calibri"/>
                <a:cs typeface="Calibri"/>
                <a:sym typeface="Calibri"/>
              </a:rPr>
              <a:t>Special String operations</a:t>
            </a:r>
            <a:endParaRPr/>
          </a:p>
        </p:txBody>
      </p:sp>
      <p:sp>
        <p:nvSpPr>
          <p:cNvPr id="459" name="Google Shape;459;p1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 concatenation</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  age=“9”;</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 s=“He is”+age+”years old.”;</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System.out.println(s);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12"/>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t/>
            </a:r>
            <a:endParaRPr b="0" sz="3000">
              <a:solidFill>
                <a:srgbClr val="464646"/>
              </a:solidFill>
            </a:endParaRPr>
          </a:p>
        </p:txBody>
      </p:sp>
      <p:sp>
        <p:nvSpPr>
          <p:cNvPr id="465" name="Google Shape;465;p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 concatenation with other datatype</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int age = 9;</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 s=“He is “+age+”years old”;</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System.out.println(s);</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rgbClr val="474747"/>
              </a:solidFill>
              <a:latin typeface="Calibri"/>
              <a:ea typeface="Calibri"/>
              <a:cs typeface="Calibri"/>
              <a:sym typeface="Calibri"/>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 s=“four:”+2+2;</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System.out.println(s);  </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rgbClr val="474747"/>
              </a:solidFill>
              <a:latin typeface="Calibri"/>
              <a:ea typeface="Calibri"/>
              <a:cs typeface="Calibri"/>
              <a:sym typeface="Calibri"/>
            </a:endParaRPr>
          </a:p>
          <a:p>
            <a:pPr indent="-139700" lvl="0" marL="342900" marR="0" rtl="0" algn="l">
              <a:spcBef>
                <a:spcPts val="640"/>
              </a:spcBef>
              <a:spcAft>
                <a:spcPts val="0"/>
              </a:spcAft>
              <a:buClr>
                <a:schemeClr val="dk1"/>
              </a:buClr>
              <a:buSzPts val="3200"/>
              <a:buFont typeface="Arial"/>
              <a:buNone/>
            </a:pPr>
            <a:r>
              <a:t/>
            </a:r>
            <a:endParaRPr b="0" i="0" sz="3200" u="none">
              <a:solidFill>
                <a:srgbClr val="474747"/>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13"/>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t/>
            </a:r>
            <a:endParaRPr b="0" sz="3000">
              <a:solidFill>
                <a:srgbClr val="464646"/>
              </a:solidFill>
            </a:endParaRPr>
          </a:p>
        </p:txBody>
      </p:sp>
      <p:sp>
        <p:nvSpPr>
          <p:cNvPr id="471" name="Google Shape;471;p1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displays </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four:22</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Rather than</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four:4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14"/>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t/>
            </a:r>
            <a:endParaRPr b="0" sz="3000">
              <a:solidFill>
                <a:srgbClr val="464646"/>
              </a:solidFill>
            </a:endParaRPr>
          </a:p>
        </p:txBody>
      </p:sp>
      <p:sp>
        <p:nvSpPr>
          <p:cNvPr id="477" name="Google Shape;477;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 comparision</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equals() and equalsIgnoreCase()</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boolean equals(Object str)</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boolean equalsIgnoreCase(String str)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15"/>
          <p:cNvSpPr txBox="1"/>
          <p:nvPr>
            <p:ph idx="1" type="body"/>
          </p:nvPr>
        </p:nvSpPr>
        <p:spPr>
          <a:xfrm>
            <a:off x="533400" y="381000"/>
            <a:ext cx="8153400" cy="57451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Class equalsDemo{</a:t>
            </a:r>
            <a:endParaRPr/>
          </a:p>
          <a:p>
            <a:pPr indent="-342900" lvl="0" marL="342900" marR="0" rtl="0" algn="l">
              <a:lnSpc>
                <a:spcPct val="100000"/>
              </a:lnSpc>
              <a:spcBef>
                <a:spcPts val="48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 public static void main(String args[]){</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String s1=“Hello”;</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 String s2=“Hello”;</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String s3=“Good-bye”;</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String s4=“HELLO”;</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System.out.println(s1+ “equals”+s2+”-&gt;”+s1.equals(s2));</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System.out.println(s1+ “equals”+s3+”-&gt;”+s1.equals(s3));</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System.out.println(s1+ “equals”+s4+”-&gt;”+s1.equals(s4));</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System.out.println(s1+ “equals”+s2+”-&gt;”+s1.equalsIgnoreCase(s4));</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rgbClr val="474747"/>
              </a:solidFill>
              <a:latin typeface="Calibri"/>
              <a:ea typeface="Calibri"/>
              <a:cs typeface="Calibri"/>
              <a:sym typeface="Calibri"/>
            </a:endParaRPr>
          </a:p>
          <a:p>
            <a:pPr indent="-139700" lvl="0" marL="342900" marR="0" rtl="0" algn="l">
              <a:spcBef>
                <a:spcPts val="640"/>
              </a:spcBef>
              <a:spcAft>
                <a:spcPts val="0"/>
              </a:spcAft>
              <a:buClr>
                <a:schemeClr val="dk1"/>
              </a:buClr>
              <a:buSzPts val="3200"/>
              <a:buFont typeface="Arial"/>
              <a:buNone/>
            </a:pPr>
            <a:r>
              <a:t/>
            </a:r>
            <a:endParaRPr b="0" i="0" sz="3200" u="none">
              <a:solidFill>
                <a:srgbClr val="474747"/>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16"/>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3000"/>
              <a:buFont typeface="Calibri"/>
              <a:buNone/>
            </a:pPr>
            <a:r>
              <a:rPr b="0" i="0" lang="en-US" sz="3000" u="none">
                <a:solidFill>
                  <a:srgbClr val="474747"/>
                </a:solidFill>
                <a:latin typeface="Calibri"/>
                <a:ea typeface="Calibri"/>
                <a:cs typeface="Calibri"/>
                <a:sym typeface="Calibri"/>
              </a:rPr>
              <a:t>String</a:t>
            </a:r>
            <a:endParaRPr/>
          </a:p>
        </p:txBody>
      </p:sp>
      <p:sp>
        <p:nvSpPr>
          <p:cNvPr id="488" name="Google Shape;488;p16"/>
          <p:cNvSpPr txBox="1"/>
          <p:nvPr>
            <p:ph idx="1" type="body"/>
          </p:nvPr>
        </p:nvSpPr>
        <p:spPr>
          <a:xfrm>
            <a:off x="457200" y="990600"/>
            <a:ext cx="8229600" cy="51355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class Testimmutablestring{  </a:t>
            </a:r>
            <a:endParaRPr/>
          </a:p>
          <a:p>
            <a:pPr indent="-342900" lvl="0" marL="342900" marR="0" rtl="0" algn="l">
              <a:lnSpc>
                <a:spcPct val="100000"/>
              </a:lnSpc>
              <a:spcBef>
                <a:spcPts val="48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public static void main(String args[]){  </a:t>
            </a:r>
            <a:endParaRPr/>
          </a:p>
          <a:p>
            <a:pPr indent="-342900" lvl="0" marL="342900" marR="0" rtl="0" algn="l">
              <a:lnSpc>
                <a:spcPct val="100000"/>
              </a:lnSpc>
              <a:spcBef>
                <a:spcPts val="48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    String s="Sachin";  </a:t>
            </a:r>
            <a:endParaRPr/>
          </a:p>
          <a:p>
            <a:pPr indent="-342900" lvl="0" marL="342900" marR="0" rtl="0" algn="l">
              <a:lnSpc>
                <a:spcPct val="100000"/>
              </a:lnSpc>
              <a:spcBef>
                <a:spcPts val="48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    s.concat(" Tendulkar");//concat() method app</a:t>
            </a:r>
            <a:endParaRPr/>
          </a:p>
          <a:p>
            <a:pPr indent="-342900" lvl="0" marL="342900" marR="0" rtl="0" algn="l">
              <a:lnSpc>
                <a:spcPct val="100000"/>
              </a:lnSpc>
              <a:spcBef>
                <a:spcPts val="48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   //ends the string at the end  </a:t>
            </a:r>
            <a:endParaRPr/>
          </a:p>
          <a:p>
            <a:pPr indent="-342900" lvl="0" marL="342900" marR="0" rtl="0" algn="l">
              <a:lnSpc>
                <a:spcPct val="100000"/>
              </a:lnSpc>
              <a:spcBef>
                <a:spcPts val="48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  System.out.println(s);//will print Sachin because strings are immutable objects  </a:t>
            </a:r>
            <a:endParaRPr/>
          </a:p>
          <a:p>
            <a:pPr indent="-342900" lvl="0" marL="342900" marR="0" rtl="0" algn="l">
              <a:lnSpc>
                <a:spcPct val="100000"/>
              </a:lnSpc>
              <a:spcBef>
                <a:spcPts val="48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 }  </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OUTPUT:Sachin</a:t>
            </a:r>
            <a:endParaRPr/>
          </a:p>
          <a:p>
            <a:pPr indent="-342900" lvl="0" marL="342900" marR="0" rtl="0" algn="l">
              <a:lnSpc>
                <a:spcPct val="100000"/>
              </a:lnSpc>
              <a:spcBef>
                <a:spcPts val="480"/>
              </a:spcBef>
              <a:spcAft>
                <a:spcPts val="0"/>
              </a:spcAft>
              <a:buClr>
                <a:srgbClr val="474747"/>
              </a:buClr>
              <a:buSzPts val="2400"/>
              <a:buFont typeface="Arial"/>
              <a:buNone/>
            </a:pPr>
            <a:r>
              <a:rPr b="0" i="0" lang="en-US" sz="2400" u="none">
                <a:solidFill>
                  <a:srgbClr val="474747"/>
                </a:solidFill>
                <a:latin typeface="Calibri"/>
                <a:ea typeface="Calibri"/>
                <a:cs typeface="Calibri"/>
                <a:sym typeface="Calibri"/>
              </a:rPr>
              <a:t>For mutable class, you can use StringBuffer and StringBuilder class.</a:t>
            </a:r>
            <a:endParaRPr/>
          </a:p>
          <a:p>
            <a:pPr indent="-190500" lvl="0" marL="342900" marR="0" rtl="0" algn="l">
              <a:spcBef>
                <a:spcPts val="480"/>
              </a:spcBef>
              <a:spcAft>
                <a:spcPts val="0"/>
              </a:spcAft>
              <a:buClr>
                <a:schemeClr val="dk1"/>
              </a:buClr>
              <a:buSzPts val="2400"/>
              <a:buFont typeface="Arial"/>
              <a:buNone/>
            </a:pPr>
            <a:r>
              <a:t/>
            </a:r>
            <a:endParaRPr b="0" i="0" sz="2400" u="none">
              <a:solidFill>
                <a:srgbClr val="474747"/>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0" st="0"/>
                                            </p:txEl>
                                          </p:spTgt>
                                        </p:tgtEl>
                                        <p:attrNameLst>
                                          <p:attrName>style.visibility</p:attrName>
                                        </p:attrNameLst>
                                      </p:cBhvr>
                                      <p:to>
                                        <p:strVal val="visible"/>
                                      </p:to>
                                    </p:set>
                                    <p:animEffect filter="fade" transition="in">
                                      <p:cBhvr>
                                        <p:cTn dur="500"/>
                                        <p:tgtEl>
                                          <p:spTgt spid="4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1" st="1"/>
                                            </p:txEl>
                                          </p:spTgt>
                                        </p:tgtEl>
                                        <p:attrNameLst>
                                          <p:attrName>style.visibility</p:attrName>
                                        </p:attrNameLst>
                                      </p:cBhvr>
                                      <p:to>
                                        <p:strVal val="visible"/>
                                      </p:to>
                                    </p:set>
                                    <p:animEffect filter="fade" transition="in">
                                      <p:cBhvr>
                                        <p:cTn dur="500"/>
                                        <p:tgtEl>
                                          <p:spTgt spid="4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2" st="2"/>
                                            </p:txEl>
                                          </p:spTgt>
                                        </p:tgtEl>
                                        <p:attrNameLst>
                                          <p:attrName>style.visibility</p:attrName>
                                        </p:attrNameLst>
                                      </p:cBhvr>
                                      <p:to>
                                        <p:strVal val="visible"/>
                                      </p:to>
                                    </p:set>
                                    <p:animEffect filter="fade" transition="in">
                                      <p:cBhvr>
                                        <p:cTn dur="500"/>
                                        <p:tgtEl>
                                          <p:spTgt spid="4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3" st="3"/>
                                            </p:txEl>
                                          </p:spTgt>
                                        </p:tgtEl>
                                        <p:attrNameLst>
                                          <p:attrName>style.visibility</p:attrName>
                                        </p:attrNameLst>
                                      </p:cBhvr>
                                      <p:to>
                                        <p:strVal val="visible"/>
                                      </p:to>
                                    </p:set>
                                    <p:animEffect filter="fade" transition="in">
                                      <p:cBhvr>
                                        <p:cTn dur="500"/>
                                        <p:tgtEl>
                                          <p:spTgt spid="4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4" st="4"/>
                                            </p:txEl>
                                          </p:spTgt>
                                        </p:tgtEl>
                                        <p:attrNameLst>
                                          <p:attrName>style.visibility</p:attrName>
                                        </p:attrNameLst>
                                      </p:cBhvr>
                                      <p:to>
                                        <p:strVal val="visible"/>
                                      </p:to>
                                    </p:set>
                                    <p:animEffect filter="fade" transition="in">
                                      <p:cBhvr>
                                        <p:cTn dur="500"/>
                                        <p:tgtEl>
                                          <p:spTgt spid="4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5" st="5"/>
                                            </p:txEl>
                                          </p:spTgt>
                                        </p:tgtEl>
                                        <p:attrNameLst>
                                          <p:attrName>style.visibility</p:attrName>
                                        </p:attrNameLst>
                                      </p:cBhvr>
                                      <p:to>
                                        <p:strVal val="visible"/>
                                      </p:to>
                                    </p:set>
                                    <p:animEffect filter="fade" transition="in">
                                      <p:cBhvr>
                                        <p:cTn dur="500"/>
                                        <p:tgtEl>
                                          <p:spTgt spid="48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6" st="6"/>
                                            </p:txEl>
                                          </p:spTgt>
                                        </p:tgtEl>
                                        <p:attrNameLst>
                                          <p:attrName>style.visibility</p:attrName>
                                        </p:attrNameLst>
                                      </p:cBhvr>
                                      <p:to>
                                        <p:strVal val="visible"/>
                                      </p:to>
                                    </p:set>
                                    <p:animEffect filter="fade" transition="in">
                                      <p:cBhvr>
                                        <p:cTn dur="500"/>
                                        <p:tgtEl>
                                          <p:spTgt spid="48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7" st="7"/>
                                            </p:txEl>
                                          </p:spTgt>
                                        </p:tgtEl>
                                        <p:attrNameLst>
                                          <p:attrName>style.visibility</p:attrName>
                                        </p:attrNameLst>
                                      </p:cBhvr>
                                      <p:to>
                                        <p:strVal val="visible"/>
                                      </p:to>
                                    </p:set>
                                    <p:animEffect filter="fade" transition="in">
                                      <p:cBhvr>
                                        <p:cTn dur="500"/>
                                        <p:tgtEl>
                                          <p:spTgt spid="48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8" st="8"/>
                                            </p:txEl>
                                          </p:spTgt>
                                        </p:tgtEl>
                                        <p:attrNameLst>
                                          <p:attrName>style.visibility</p:attrName>
                                        </p:attrNameLst>
                                      </p:cBhvr>
                                      <p:to>
                                        <p:strVal val="visible"/>
                                      </p:to>
                                    </p:set>
                                    <p:animEffect filter="fade" transition="in">
                                      <p:cBhvr>
                                        <p:cTn dur="500"/>
                                        <p:tgtEl>
                                          <p:spTgt spid="48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9" st="9"/>
                                            </p:txEl>
                                          </p:spTgt>
                                        </p:tgtEl>
                                        <p:attrNameLst>
                                          <p:attrName>style.visibility</p:attrName>
                                        </p:attrNameLst>
                                      </p:cBhvr>
                                      <p:to>
                                        <p:strVal val="visible"/>
                                      </p:to>
                                    </p:set>
                                    <p:animEffect filter="fade" transition="in">
                                      <p:cBhvr>
                                        <p:cTn dur="500"/>
                                        <p:tgtEl>
                                          <p:spTgt spid="48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10" st="10"/>
                                            </p:txEl>
                                          </p:spTgt>
                                        </p:tgtEl>
                                        <p:attrNameLst>
                                          <p:attrName>style.visibility</p:attrName>
                                        </p:attrNameLst>
                                      </p:cBhvr>
                                      <p:to>
                                        <p:strVal val="visible"/>
                                      </p:to>
                                    </p:set>
                                    <p:animEffect filter="fade" transition="in">
                                      <p:cBhvr>
                                        <p:cTn dur="500"/>
                                        <p:tgtEl>
                                          <p:spTgt spid="488">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7"/>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3000"/>
              <a:buFont typeface="Calibri"/>
              <a:buNone/>
            </a:pPr>
            <a:r>
              <a:rPr b="0" i="0" lang="en-US" sz="3000" u="none">
                <a:solidFill>
                  <a:srgbClr val="474747"/>
                </a:solidFill>
                <a:latin typeface="Calibri"/>
                <a:ea typeface="Calibri"/>
                <a:cs typeface="Calibri"/>
                <a:sym typeface="Calibri"/>
              </a:rPr>
              <a:t>String Buffer</a:t>
            </a:r>
            <a:endParaRPr/>
          </a:p>
        </p:txBody>
      </p:sp>
      <p:sp>
        <p:nvSpPr>
          <p:cNvPr id="494" name="Google Shape;494;p17"/>
          <p:cNvSpPr txBox="1"/>
          <p:nvPr>
            <p:ph idx="1" type="body"/>
          </p:nvPr>
        </p:nvSpPr>
        <p:spPr>
          <a:xfrm>
            <a:off x="457200" y="1143000"/>
            <a:ext cx="8229600" cy="49831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2000"/>
              <a:buFont typeface="Arial"/>
              <a:buChar char="•"/>
            </a:pPr>
            <a:r>
              <a:rPr b="1" i="0" lang="en-US" sz="2000" u="none">
                <a:solidFill>
                  <a:srgbClr val="474747"/>
                </a:solidFill>
                <a:latin typeface="Times New Roman"/>
                <a:ea typeface="Times New Roman"/>
                <a:cs typeface="Times New Roman"/>
                <a:sym typeface="Times New Roman"/>
              </a:rPr>
              <a:t>What is mutable string?</a:t>
            </a:r>
            <a:endParaRPr/>
          </a:p>
          <a:p>
            <a:pPr indent="-342900" lvl="0" marL="342900" marR="0" rtl="0" algn="l">
              <a:lnSpc>
                <a:spcPct val="100000"/>
              </a:lnSpc>
              <a:spcBef>
                <a:spcPts val="400"/>
              </a:spcBef>
              <a:spcAft>
                <a:spcPts val="0"/>
              </a:spcAft>
              <a:buClr>
                <a:srgbClr val="474747"/>
              </a:buClr>
              <a:buSzPts val="2000"/>
              <a:buFont typeface="Arial"/>
              <a:buChar char="•"/>
            </a:pPr>
            <a:r>
              <a:rPr b="0" i="0" lang="en-US" sz="2000" u="none">
                <a:solidFill>
                  <a:srgbClr val="474747"/>
                </a:solidFill>
                <a:latin typeface="Times New Roman"/>
                <a:ea typeface="Times New Roman"/>
                <a:cs typeface="Times New Roman"/>
                <a:sym typeface="Times New Roman"/>
              </a:rPr>
              <a:t>A string that can be modified or changed is known as mutable string. StringBuffer and StringBuilder classes are used for creating mutable string.</a:t>
            </a:r>
            <a:endParaRPr/>
          </a:p>
          <a:p>
            <a:pPr indent="-342900" lvl="0" marL="342900" marR="0" rtl="0" algn="l">
              <a:lnSpc>
                <a:spcPct val="100000"/>
              </a:lnSpc>
              <a:spcBef>
                <a:spcPts val="400"/>
              </a:spcBef>
              <a:spcAft>
                <a:spcPts val="0"/>
              </a:spcAft>
              <a:buClr>
                <a:srgbClr val="474747"/>
              </a:buClr>
              <a:buSzPts val="2000"/>
              <a:buFont typeface="Arial"/>
              <a:buChar char="•"/>
            </a:pPr>
            <a:r>
              <a:rPr b="0" i="0" lang="en-US" sz="2000" u="none">
                <a:solidFill>
                  <a:srgbClr val="474747"/>
                </a:solidFill>
                <a:latin typeface="Times New Roman"/>
                <a:ea typeface="Times New Roman"/>
                <a:cs typeface="Times New Roman"/>
                <a:sym typeface="Times New Roman"/>
              </a:rPr>
              <a:t>It has several methods like</a:t>
            </a:r>
            <a:endParaRPr/>
          </a:p>
          <a:p>
            <a:pPr indent="-514350" lvl="2" marL="1314450" marR="0" rtl="0" algn="l">
              <a:lnSpc>
                <a:spcPct val="100000"/>
              </a:lnSpc>
              <a:spcBef>
                <a:spcPts val="400"/>
              </a:spcBef>
              <a:spcAft>
                <a:spcPts val="0"/>
              </a:spcAft>
              <a:buClr>
                <a:srgbClr val="474747"/>
              </a:buClr>
              <a:buSzPts val="2000"/>
              <a:buFont typeface="Calibri"/>
              <a:buAutoNum type="arabicPeriod"/>
            </a:pPr>
            <a:r>
              <a:rPr b="0" i="0" lang="en-US" sz="2000" u="none" cap="none" strike="noStrike">
                <a:solidFill>
                  <a:srgbClr val="474747"/>
                </a:solidFill>
                <a:latin typeface="Times New Roman"/>
                <a:ea typeface="Times New Roman"/>
                <a:cs typeface="Times New Roman"/>
                <a:sym typeface="Times New Roman"/>
              </a:rPr>
              <a:t>append()</a:t>
            </a:r>
            <a:endParaRPr/>
          </a:p>
          <a:p>
            <a:pPr indent="-514350" lvl="2" marL="1314450" marR="0" rtl="0" algn="l">
              <a:lnSpc>
                <a:spcPct val="100000"/>
              </a:lnSpc>
              <a:spcBef>
                <a:spcPts val="400"/>
              </a:spcBef>
              <a:spcAft>
                <a:spcPts val="0"/>
              </a:spcAft>
              <a:buClr>
                <a:srgbClr val="474747"/>
              </a:buClr>
              <a:buSzPts val="2000"/>
              <a:buFont typeface="Calibri"/>
              <a:buAutoNum type="arabicPeriod"/>
            </a:pPr>
            <a:r>
              <a:rPr b="0" i="0" lang="en-US" sz="2000" u="none" cap="none" strike="noStrike">
                <a:solidFill>
                  <a:srgbClr val="474747"/>
                </a:solidFill>
                <a:latin typeface="Times New Roman"/>
                <a:ea typeface="Times New Roman"/>
                <a:cs typeface="Times New Roman"/>
                <a:sym typeface="Times New Roman"/>
              </a:rPr>
              <a:t>length()</a:t>
            </a:r>
            <a:endParaRPr/>
          </a:p>
          <a:p>
            <a:pPr indent="-514350" lvl="2" marL="1314450" marR="0" rtl="0" algn="l">
              <a:lnSpc>
                <a:spcPct val="100000"/>
              </a:lnSpc>
              <a:spcBef>
                <a:spcPts val="400"/>
              </a:spcBef>
              <a:spcAft>
                <a:spcPts val="0"/>
              </a:spcAft>
              <a:buClr>
                <a:srgbClr val="474747"/>
              </a:buClr>
              <a:buSzPts val="2000"/>
              <a:buFont typeface="Calibri"/>
              <a:buAutoNum type="arabicPeriod"/>
            </a:pPr>
            <a:r>
              <a:rPr b="0" i="0" lang="en-US" sz="2000" u="none" cap="none" strike="noStrike">
                <a:solidFill>
                  <a:srgbClr val="474747"/>
                </a:solidFill>
                <a:latin typeface="Times New Roman"/>
                <a:ea typeface="Times New Roman"/>
                <a:cs typeface="Times New Roman"/>
                <a:sym typeface="Times New Roman"/>
              </a:rPr>
              <a:t>setLength()</a:t>
            </a:r>
            <a:endParaRPr/>
          </a:p>
          <a:p>
            <a:pPr indent="-514350" lvl="2" marL="1314450" marR="0" rtl="0" algn="l">
              <a:lnSpc>
                <a:spcPct val="100000"/>
              </a:lnSpc>
              <a:spcBef>
                <a:spcPts val="400"/>
              </a:spcBef>
              <a:spcAft>
                <a:spcPts val="0"/>
              </a:spcAft>
              <a:buClr>
                <a:srgbClr val="474747"/>
              </a:buClr>
              <a:buSzPts val="2000"/>
              <a:buFont typeface="Calibri"/>
              <a:buAutoNum type="arabicPeriod"/>
            </a:pPr>
            <a:r>
              <a:rPr b="0" i="0" lang="en-US" sz="2000" u="none" cap="none" strike="noStrike">
                <a:solidFill>
                  <a:srgbClr val="474747"/>
                </a:solidFill>
                <a:latin typeface="Times New Roman"/>
                <a:ea typeface="Times New Roman"/>
                <a:cs typeface="Times New Roman"/>
                <a:sym typeface="Times New Roman"/>
              </a:rPr>
              <a:t>insert()</a:t>
            </a:r>
            <a:endParaRPr/>
          </a:p>
          <a:p>
            <a:pPr indent="-514350" lvl="2" marL="1314450" marR="0" rtl="0" algn="l">
              <a:lnSpc>
                <a:spcPct val="100000"/>
              </a:lnSpc>
              <a:spcBef>
                <a:spcPts val="400"/>
              </a:spcBef>
              <a:spcAft>
                <a:spcPts val="0"/>
              </a:spcAft>
              <a:buClr>
                <a:srgbClr val="474747"/>
              </a:buClr>
              <a:buSzPts val="2000"/>
              <a:buFont typeface="Calibri"/>
              <a:buAutoNum type="arabicPeriod"/>
            </a:pPr>
            <a:r>
              <a:rPr b="0" i="0" lang="en-US" sz="2000" u="none" cap="none" strike="noStrike">
                <a:solidFill>
                  <a:srgbClr val="474747"/>
                </a:solidFill>
                <a:latin typeface="Times New Roman"/>
                <a:ea typeface="Times New Roman"/>
                <a:cs typeface="Times New Roman"/>
                <a:sym typeface="Times New Roman"/>
              </a:rPr>
              <a:t>reverse()</a:t>
            </a:r>
            <a:endParaRPr/>
          </a:p>
          <a:p>
            <a:pPr indent="-514350" lvl="2" marL="1314450" marR="0" rtl="0" algn="l">
              <a:lnSpc>
                <a:spcPct val="100000"/>
              </a:lnSpc>
              <a:spcBef>
                <a:spcPts val="400"/>
              </a:spcBef>
              <a:spcAft>
                <a:spcPts val="0"/>
              </a:spcAft>
              <a:buClr>
                <a:srgbClr val="474747"/>
              </a:buClr>
              <a:buSzPts val="2000"/>
              <a:buFont typeface="Calibri"/>
              <a:buAutoNum type="arabicPeriod"/>
            </a:pPr>
            <a:r>
              <a:rPr b="0" i="0" lang="en-US" sz="2000" u="none" cap="none" strike="noStrike">
                <a:solidFill>
                  <a:srgbClr val="474747"/>
                </a:solidFill>
                <a:latin typeface="Times New Roman"/>
                <a:ea typeface="Times New Roman"/>
                <a:cs typeface="Times New Roman"/>
                <a:sym typeface="Times New Roman"/>
              </a:rPr>
              <a:t>replace()</a:t>
            </a:r>
            <a:endParaRPr/>
          </a:p>
          <a:p>
            <a:pPr indent="-514350" lvl="2" marL="1314450" marR="0" rtl="0" algn="l">
              <a:lnSpc>
                <a:spcPct val="100000"/>
              </a:lnSpc>
              <a:spcBef>
                <a:spcPts val="400"/>
              </a:spcBef>
              <a:spcAft>
                <a:spcPts val="0"/>
              </a:spcAft>
              <a:buClr>
                <a:srgbClr val="474747"/>
              </a:buClr>
              <a:buSzPts val="2000"/>
              <a:buFont typeface="Calibri"/>
              <a:buAutoNum type="arabicPeriod"/>
            </a:pPr>
            <a:r>
              <a:rPr b="0" i="0" lang="en-US" sz="2000" u="none" cap="none" strike="noStrike">
                <a:solidFill>
                  <a:srgbClr val="474747"/>
                </a:solidFill>
                <a:latin typeface="Times New Roman"/>
                <a:ea typeface="Times New Roman"/>
                <a:cs typeface="Times New Roman"/>
                <a:sym typeface="Times New Roman"/>
              </a:rPr>
              <a:t>capacity()</a:t>
            </a:r>
            <a:endParaRPr/>
          </a:p>
          <a:p>
            <a:pPr indent="-514350" lvl="2" marL="1314450" marR="0" rtl="0" algn="l">
              <a:lnSpc>
                <a:spcPct val="100000"/>
              </a:lnSpc>
              <a:spcBef>
                <a:spcPts val="400"/>
              </a:spcBef>
              <a:spcAft>
                <a:spcPts val="0"/>
              </a:spcAft>
              <a:buClr>
                <a:srgbClr val="474747"/>
              </a:buClr>
              <a:buSzPts val="2000"/>
              <a:buFont typeface="Calibri"/>
              <a:buAutoNum type="arabicPeriod"/>
            </a:pPr>
            <a:r>
              <a:rPr b="0" i="0" lang="en-US" sz="2000" u="none" cap="none" strike="noStrike">
                <a:solidFill>
                  <a:srgbClr val="474747"/>
                </a:solidFill>
                <a:latin typeface="Times New Roman"/>
                <a:ea typeface="Times New Roman"/>
                <a:cs typeface="Times New Roman"/>
                <a:sym typeface="Times New Roman"/>
              </a:rPr>
              <a:t>ensureCapacity()</a:t>
            </a:r>
            <a:endParaRPr/>
          </a:p>
          <a:p>
            <a:pPr indent="-361950" lvl="2" marL="1314450" marR="0" rtl="0" algn="l">
              <a:lnSpc>
                <a:spcPct val="100000"/>
              </a:lnSpc>
              <a:spcBef>
                <a:spcPts val="480"/>
              </a:spcBef>
              <a:spcAft>
                <a:spcPts val="0"/>
              </a:spcAft>
              <a:buClr>
                <a:schemeClr val="dk1"/>
              </a:buClr>
              <a:buSzPts val="2400"/>
              <a:buFont typeface="Calibri"/>
              <a:buNone/>
            </a:pPr>
            <a:r>
              <a:t/>
            </a:r>
            <a:endParaRPr b="0" i="0" sz="2400" u="none" cap="none" strike="noStrike">
              <a:solidFill>
                <a:srgbClr val="474747"/>
              </a:solidFill>
              <a:latin typeface="Calibri"/>
              <a:ea typeface="Calibri"/>
              <a:cs typeface="Calibri"/>
              <a:sym typeface="Calibri"/>
            </a:endParaRPr>
          </a:p>
          <a:p>
            <a:pPr indent="-190500" lvl="0" marL="342900" marR="0" rtl="0" algn="l">
              <a:spcBef>
                <a:spcPts val="480"/>
              </a:spcBef>
              <a:spcAft>
                <a:spcPts val="0"/>
              </a:spcAft>
              <a:buClr>
                <a:schemeClr val="dk1"/>
              </a:buClr>
              <a:buSzPts val="2400"/>
              <a:buFont typeface="Arial"/>
              <a:buNone/>
            </a:pPr>
            <a:r>
              <a:t/>
            </a:r>
            <a:endParaRPr b="0" i="0" sz="2400" u="none" cap="none" strike="noStrike">
              <a:solidFill>
                <a:srgbClr val="474747"/>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18"/>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700"/>
              <a:buFont typeface="Calibri"/>
              <a:buNone/>
            </a:pPr>
            <a:br>
              <a:rPr b="1" i="0" lang="en-US" sz="2700" u="none">
                <a:solidFill>
                  <a:srgbClr val="474747"/>
                </a:solidFill>
                <a:latin typeface="Calibri"/>
                <a:ea typeface="Calibri"/>
                <a:cs typeface="Calibri"/>
                <a:sym typeface="Calibri"/>
              </a:rPr>
            </a:br>
            <a:r>
              <a:rPr b="1" i="0" lang="en-US" sz="2700" u="none">
                <a:solidFill>
                  <a:srgbClr val="474747"/>
                </a:solidFill>
                <a:latin typeface="Calibri"/>
                <a:ea typeface="Calibri"/>
                <a:cs typeface="Calibri"/>
                <a:sym typeface="Calibri"/>
              </a:rPr>
              <a:t>1) StringBuffer append() method</a:t>
            </a:r>
            <a:br>
              <a:rPr b="1" i="0" lang="en-US" sz="2700" u="none">
                <a:solidFill>
                  <a:srgbClr val="474747"/>
                </a:solidFill>
                <a:latin typeface="Calibri"/>
                <a:ea typeface="Calibri"/>
                <a:cs typeface="Calibri"/>
                <a:sym typeface="Calibri"/>
              </a:rPr>
            </a:br>
            <a:endParaRPr/>
          </a:p>
        </p:txBody>
      </p:sp>
      <p:sp>
        <p:nvSpPr>
          <p:cNvPr id="500" name="Google Shape;500;p18"/>
          <p:cNvSpPr txBox="1"/>
          <p:nvPr>
            <p:ph idx="1" type="body"/>
          </p:nvPr>
        </p:nvSpPr>
        <p:spPr>
          <a:xfrm>
            <a:off x="457200" y="990600"/>
            <a:ext cx="8229600" cy="51355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2800"/>
              <a:buFont typeface="Arial"/>
              <a:buChar char="•"/>
            </a:pPr>
            <a:r>
              <a:rPr b="0" i="0" lang="en-US" sz="2800" u="none">
                <a:solidFill>
                  <a:srgbClr val="474747"/>
                </a:solidFill>
                <a:latin typeface="Calibri"/>
                <a:ea typeface="Calibri"/>
                <a:cs typeface="Calibri"/>
                <a:sym typeface="Calibri"/>
              </a:rPr>
              <a:t>The append() method concatenates the given argument with this string.</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class A{</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public static void main(String args[]){  </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StringBuffer sb=new StringBuffer("Hello ");  </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sb.append("Java");</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//now original string is changed  </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System.out.println(sb);//prints Hello Java  } </a:t>
            </a:r>
            <a:endParaRPr/>
          </a:p>
          <a:p>
            <a:pPr indent="-342900" lvl="0" marL="342900" marR="0" rtl="0" algn="l">
              <a:lnSpc>
                <a:spcPct val="100000"/>
              </a:lnSpc>
              <a:spcBef>
                <a:spcPts val="64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a:t>
            </a:r>
            <a:r>
              <a:rPr b="0" i="0" lang="en-US" sz="3200" u="none">
                <a:solidFill>
                  <a:srgbClr val="474747"/>
                </a:solidFill>
                <a:latin typeface="Calibri"/>
                <a:ea typeface="Calibri"/>
                <a:cs typeface="Calibri"/>
                <a:sym typeface="Calibri"/>
              </a:rPr>
              <a:t> </a:t>
            </a:r>
            <a:endParaRPr/>
          </a:p>
          <a:p>
            <a:pPr indent="-139700" lvl="0" marL="342900" marR="0" rtl="0" algn="l">
              <a:spcBef>
                <a:spcPts val="640"/>
              </a:spcBef>
              <a:spcAft>
                <a:spcPts val="0"/>
              </a:spcAft>
              <a:buClr>
                <a:schemeClr val="dk1"/>
              </a:buClr>
              <a:buSzPts val="3200"/>
              <a:buFont typeface="Arial"/>
              <a:buNone/>
            </a:pPr>
            <a:r>
              <a:t/>
            </a:r>
            <a:endParaRPr b="0" i="0" sz="3200" u="none">
              <a:solidFill>
                <a:srgbClr val="474747"/>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19"/>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700"/>
              <a:buFont typeface="Calibri"/>
              <a:buNone/>
            </a:pPr>
            <a:br>
              <a:rPr b="1" i="0" lang="en-US" sz="2700" u="none">
                <a:solidFill>
                  <a:srgbClr val="474747"/>
                </a:solidFill>
                <a:latin typeface="Calibri"/>
                <a:ea typeface="Calibri"/>
                <a:cs typeface="Calibri"/>
                <a:sym typeface="Calibri"/>
              </a:rPr>
            </a:br>
            <a:r>
              <a:rPr b="1" i="0" lang="en-US" sz="2700" u="none">
                <a:solidFill>
                  <a:srgbClr val="474747"/>
                </a:solidFill>
                <a:latin typeface="Calibri"/>
                <a:ea typeface="Calibri"/>
                <a:cs typeface="Calibri"/>
                <a:sym typeface="Calibri"/>
              </a:rPr>
              <a:t>2) StringBuffer insert() method</a:t>
            </a:r>
            <a:br>
              <a:rPr b="1" i="0" lang="en-US" sz="2700" u="none">
                <a:solidFill>
                  <a:srgbClr val="474747"/>
                </a:solidFill>
                <a:latin typeface="Calibri"/>
                <a:ea typeface="Calibri"/>
                <a:cs typeface="Calibri"/>
                <a:sym typeface="Calibri"/>
              </a:rPr>
            </a:br>
            <a:endParaRPr/>
          </a:p>
        </p:txBody>
      </p:sp>
      <p:sp>
        <p:nvSpPr>
          <p:cNvPr id="506" name="Google Shape;506;p19"/>
          <p:cNvSpPr txBox="1"/>
          <p:nvPr>
            <p:ph idx="1" type="body"/>
          </p:nvPr>
        </p:nvSpPr>
        <p:spPr>
          <a:xfrm>
            <a:off x="457200" y="1066800"/>
            <a:ext cx="8229600" cy="50593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2800"/>
              <a:buFont typeface="Arial"/>
              <a:buChar char="•"/>
            </a:pPr>
            <a:r>
              <a:rPr b="0" i="0" lang="en-US" sz="2800" u="none">
                <a:solidFill>
                  <a:srgbClr val="474747"/>
                </a:solidFill>
                <a:latin typeface="Calibri"/>
                <a:ea typeface="Calibri"/>
                <a:cs typeface="Calibri"/>
                <a:sym typeface="Calibri"/>
              </a:rPr>
              <a:t>The insert() method inserts the given string with this string at the given position.</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class A{  </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public static void main(String args[]){ </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StringBuffer sb=new StringBuffer("Hello ");  </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sb.insert(1,"Java");</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//now original string is changed  </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System.out.println(sb);//prints HJavaello </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  </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a:t>
            </a:r>
            <a:endParaRPr/>
          </a:p>
          <a:p>
            <a:pPr indent="-165100" lvl="0" marL="342900" marR="0" rtl="0" algn="l">
              <a:spcBef>
                <a:spcPts val="560"/>
              </a:spcBef>
              <a:spcAft>
                <a:spcPts val="0"/>
              </a:spcAft>
              <a:buClr>
                <a:schemeClr val="dk1"/>
              </a:buClr>
              <a:buSzPts val="2800"/>
              <a:buFont typeface="Arial"/>
              <a:buNone/>
            </a:pPr>
            <a:r>
              <a:t/>
            </a:r>
            <a:endParaRPr b="0" i="0" sz="2800" u="none">
              <a:solidFill>
                <a:srgbClr val="474747"/>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0"/>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700"/>
              <a:buFont typeface="Calibri"/>
              <a:buNone/>
            </a:pPr>
            <a:br>
              <a:rPr b="1" i="0" lang="en-US" sz="2700" u="none">
                <a:solidFill>
                  <a:srgbClr val="474747"/>
                </a:solidFill>
                <a:latin typeface="Calibri"/>
                <a:ea typeface="Calibri"/>
                <a:cs typeface="Calibri"/>
                <a:sym typeface="Calibri"/>
              </a:rPr>
            </a:br>
            <a:r>
              <a:rPr b="1" i="0" lang="en-US" sz="2700" u="none">
                <a:solidFill>
                  <a:srgbClr val="474747"/>
                </a:solidFill>
                <a:latin typeface="Calibri"/>
                <a:ea typeface="Calibri"/>
                <a:cs typeface="Calibri"/>
                <a:sym typeface="Calibri"/>
              </a:rPr>
              <a:t>3) StringBuffer replace() method</a:t>
            </a:r>
            <a:br>
              <a:rPr b="1" i="0" lang="en-US" sz="2700" u="none">
                <a:solidFill>
                  <a:srgbClr val="474747"/>
                </a:solidFill>
                <a:latin typeface="Calibri"/>
                <a:ea typeface="Calibri"/>
                <a:cs typeface="Calibri"/>
                <a:sym typeface="Calibri"/>
              </a:rPr>
            </a:br>
            <a:endParaRPr/>
          </a:p>
        </p:txBody>
      </p:sp>
      <p:sp>
        <p:nvSpPr>
          <p:cNvPr id="512" name="Google Shape;512;p20"/>
          <p:cNvSpPr txBox="1"/>
          <p:nvPr>
            <p:ph idx="1" type="body"/>
          </p:nvPr>
        </p:nvSpPr>
        <p:spPr>
          <a:xfrm>
            <a:off x="457200" y="914400"/>
            <a:ext cx="8229600" cy="52117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The replace() method replaces the given string from the specified beginIndex and endIndex.</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class A{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public static void main(String args[]){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StringBuffer sb=new StringBuffer("Hello");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sb.replace(1,3,"Java");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System.out.println(sb);//prints HJavalo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  </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a:t>
            </a:r>
            <a:endParaRPr/>
          </a:p>
          <a:p>
            <a:pPr indent="-139700" lvl="0" marL="342900" marR="0" rtl="0" algn="l">
              <a:spcBef>
                <a:spcPts val="640"/>
              </a:spcBef>
              <a:spcAft>
                <a:spcPts val="0"/>
              </a:spcAft>
              <a:buClr>
                <a:schemeClr val="dk1"/>
              </a:buClr>
              <a:buSzPts val="3200"/>
              <a:buFont typeface="Arial"/>
              <a:buNone/>
            </a:pPr>
            <a:r>
              <a:t/>
            </a:r>
            <a:endParaRPr b="0" i="0" sz="3200" u="none">
              <a:solidFill>
                <a:srgbClr val="474747"/>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21"/>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700"/>
              <a:buFont typeface="Calibri"/>
              <a:buNone/>
            </a:pPr>
            <a:br>
              <a:rPr b="1" i="0" lang="en-US" sz="2700" u="none">
                <a:solidFill>
                  <a:srgbClr val="474747"/>
                </a:solidFill>
                <a:latin typeface="Calibri"/>
                <a:ea typeface="Calibri"/>
                <a:cs typeface="Calibri"/>
                <a:sym typeface="Calibri"/>
              </a:rPr>
            </a:br>
            <a:r>
              <a:rPr b="1" i="0" lang="en-US" sz="2700" u="none">
                <a:solidFill>
                  <a:srgbClr val="474747"/>
                </a:solidFill>
                <a:latin typeface="Calibri"/>
                <a:ea typeface="Calibri"/>
                <a:cs typeface="Calibri"/>
                <a:sym typeface="Calibri"/>
              </a:rPr>
              <a:t>4) StringBuffer delete() method</a:t>
            </a:r>
            <a:br>
              <a:rPr b="1" i="0" lang="en-US" sz="2700" u="none">
                <a:solidFill>
                  <a:srgbClr val="474747"/>
                </a:solidFill>
                <a:latin typeface="Calibri"/>
                <a:ea typeface="Calibri"/>
                <a:cs typeface="Calibri"/>
                <a:sym typeface="Calibri"/>
              </a:rPr>
            </a:br>
            <a:endParaRPr/>
          </a:p>
        </p:txBody>
      </p:sp>
      <p:sp>
        <p:nvSpPr>
          <p:cNvPr id="518" name="Google Shape;518;p21"/>
          <p:cNvSpPr txBox="1"/>
          <p:nvPr>
            <p:ph idx="1" type="body"/>
          </p:nvPr>
        </p:nvSpPr>
        <p:spPr>
          <a:xfrm>
            <a:off x="457200" y="838200"/>
            <a:ext cx="8229600" cy="5287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The delete() method of StringBuffer class deletes the string from the specified beginIndex to endIndex.</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class A{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public static void main(String args[]){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StringBuffer sb=new StringBuffer("Hello");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sb.delete(1,3);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System.out.println(sb);//prints Hlo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  </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rgbClr val="474747"/>
              </a:solidFill>
              <a:latin typeface="Calibri"/>
              <a:ea typeface="Calibri"/>
              <a:cs typeface="Calibri"/>
              <a:sym typeface="Calibri"/>
            </a:endParaRPr>
          </a:p>
          <a:p>
            <a:pPr indent="-139700" lvl="0" marL="342900" marR="0" rtl="0" algn="l">
              <a:spcBef>
                <a:spcPts val="640"/>
              </a:spcBef>
              <a:spcAft>
                <a:spcPts val="0"/>
              </a:spcAft>
              <a:buClr>
                <a:schemeClr val="dk1"/>
              </a:buClr>
              <a:buSzPts val="3200"/>
              <a:buFont typeface="Arial"/>
              <a:buNone/>
            </a:pPr>
            <a:r>
              <a:t/>
            </a:r>
            <a:endParaRPr b="0" i="0" sz="3200" u="none">
              <a:solidFill>
                <a:srgbClr val="474747"/>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22"/>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700"/>
              <a:buFont typeface="Calibri"/>
              <a:buNone/>
            </a:pPr>
            <a:br>
              <a:rPr b="1" i="0" lang="en-US" sz="2700" u="none">
                <a:solidFill>
                  <a:srgbClr val="474747"/>
                </a:solidFill>
                <a:latin typeface="Calibri"/>
                <a:ea typeface="Calibri"/>
                <a:cs typeface="Calibri"/>
                <a:sym typeface="Calibri"/>
              </a:rPr>
            </a:br>
            <a:r>
              <a:rPr b="1" i="0" lang="en-US" sz="2700" u="none">
                <a:solidFill>
                  <a:srgbClr val="474747"/>
                </a:solidFill>
                <a:latin typeface="Calibri"/>
                <a:ea typeface="Calibri"/>
                <a:cs typeface="Calibri"/>
                <a:sym typeface="Calibri"/>
              </a:rPr>
              <a:t>5) StringBuffer reverse() method</a:t>
            </a:r>
            <a:br>
              <a:rPr b="1" i="0" lang="en-US" sz="2700" u="none">
                <a:solidFill>
                  <a:srgbClr val="474747"/>
                </a:solidFill>
                <a:latin typeface="Calibri"/>
                <a:ea typeface="Calibri"/>
                <a:cs typeface="Calibri"/>
                <a:sym typeface="Calibri"/>
              </a:rPr>
            </a:br>
            <a:endParaRPr/>
          </a:p>
        </p:txBody>
      </p:sp>
      <p:sp>
        <p:nvSpPr>
          <p:cNvPr id="524" name="Google Shape;524;p22"/>
          <p:cNvSpPr txBox="1"/>
          <p:nvPr>
            <p:ph idx="1" type="body"/>
          </p:nvPr>
        </p:nvSpPr>
        <p:spPr>
          <a:xfrm>
            <a:off x="457200" y="1219200"/>
            <a:ext cx="8229600" cy="4906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The reverse() method of StringBuilder class reverses the current string.</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class A{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public static void main(String args[]){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 StringBuffer sb=new StringBuffer("Hello");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sb.reverse();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System.out.println(sb);</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//prints olleH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 </a:t>
            </a:r>
            <a:endParaRPr/>
          </a:p>
          <a:p>
            <a:pPr indent="-285750" lvl="1" marL="742950" marR="0" rtl="0" algn="l">
              <a:lnSpc>
                <a:spcPct val="100000"/>
              </a:lnSpc>
              <a:spcBef>
                <a:spcPts val="560"/>
              </a:spcBef>
              <a:spcAft>
                <a:spcPts val="0"/>
              </a:spcAft>
              <a:buClr>
                <a:srgbClr val="474747"/>
              </a:buClr>
              <a:buSzPts val="2800"/>
              <a:buFont typeface="Arial"/>
              <a:buNone/>
            </a:pPr>
            <a:r>
              <a:rPr b="0" i="0" lang="en-US" sz="2800" u="none" cap="none" strike="noStrike">
                <a:solidFill>
                  <a:srgbClr val="474747"/>
                </a:solidFill>
                <a:latin typeface="Calibri"/>
                <a:ea typeface="Calibri"/>
                <a:cs typeface="Calibri"/>
                <a:sym typeface="Calibri"/>
              </a:rPr>
              <a:t> }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23"/>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700"/>
              <a:buFont typeface="Calibri"/>
              <a:buNone/>
            </a:pPr>
            <a:br>
              <a:rPr b="1" i="0" lang="en-US" sz="2700" u="none">
                <a:solidFill>
                  <a:srgbClr val="474747"/>
                </a:solidFill>
                <a:latin typeface="Calibri"/>
                <a:ea typeface="Calibri"/>
                <a:cs typeface="Calibri"/>
                <a:sym typeface="Calibri"/>
              </a:rPr>
            </a:br>
            <a:r>
              <a:rPr b="1" i="0" lang="en-US" sz="2700" u="none">
                <a:solidFill>
                  <a:srgbClr val="474747"/>
                </a:solidFill>
                <a:latin typeface="Calibri"/>
                <a:ea typeface="Calibri"/>
                <a:cs typeface="Calibri"/>
                <a:sym typeface="Calibri"/>
              </a:rPr>
              <a:t>6) StringBuffer capacity() method</a:t>
            </a:r>
            <a:br>
              <a:rPr b="1" i="0" lang="en-US" sz="2700" u="none">
                <a:solidFill>
                  <a:srgbClr val="474747"/>
                </a:solidFill>
                <a:latin typeface="Calibri"/>
                <a:ea typeface="Calibri"/>
                <a:cs typeface="Calibri"/>
                <a:sym typeface="Calibri"/>
              </a:rPr>
            </a:br>
            <a:endParaRPr/>
          </a:p>
        </p:txBody>
      </p:sp>
      <p:sp>
        <p:nvSpPr>
          <p:cNvPr id="530" name="Google Shape;530;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The capacity() method of StringBuffer class returns the current capacity of the buffer. The default capacity of the buffer is 16. If the number of character increases from its current capacity, it increases the capacity by (oldcapacity*2)+2. For example if your current capacity is 16, it will be (16*2)+2=34.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24"/>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t/>
            </a:r>
            <a:endParaRPr b="0" sz="3000">
              <a:solidFill>
                <a:srgbClr val="464646"/>
              </a:solidFill>
            </a:endParaRPr>
          </a:p>
        </p:txBody>
      </p:sp>
      <p:sp>
        <p:nvSpPr>
          <p:cNvPr id="536" name="Google Shape;536;p24"/>
          <p:cNvSpPr txBox="1"/>
          <p:nvPr>
            <p:ph idx="1" type="body"/>
          </p:nvPr>
        </p:nvSpPr>
        <p:spPr>
          <a:xfrm>
            <a:off x="457200" y="1143000"/>
            <a:ext cx="8229600" cy="49831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class A{  </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public static void main(String args[]){  </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StringBuffer sb=new StringBuffer();  </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System.out.println(sb.capacity());//default 16  </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sb.append("Hello");  </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System.out.println(sb.capacity());//now 16  </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sb.append("java is my favourite language");  </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System.out.println(sb.capacity());</a:t>
            </a:r>
            <a:endParaRPr/>
          </a:p>
          <a:p>
            <a:pPr indent="-285750" lvl="1" marL="742950" marR="0" rtl="0" algn="l">
              <a:lnSpc>
                <a:spcPct val="100000"/>
              </a:lnSpc>
              <a:spcBef>
                <a:spcPts val="480"/>
              </a:spcBef>
              <a:spcAft>
                <a:spcPts val="0"/>
              </a:spcAft>
              <a:buClr>
                <a:srgbClr val="474747"/>
              </a:buClr>
              <a:buSzPts val="2400"/>
              <a:buFont typeface="Arial"/>
              <a:buNone/>
            </a:pPr>
            <a:r>
              <a:rPr b="0" i="0" lang="en-US" sz="2400" u="none" cap="none" strike="noStrike">
                <a:solidFill>
                  <a:srgbClr val="474747"/>
                </a:solidFill>
                <a:latin typeface="Calibri"/>
                <a:ea typeface="Calibri"/>
                <a:cs typeface="Calibri"/>
                <a:sym typeface="Calibri"/>
              </a:rPr>
              <a:t>//now (16*2)+2=34 i.e (oldcapacity*2)+2  </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   </a:t>
            </a:r>
            <a:endParaRPr/>
          </a:p>
          <a:p>
            <a:pPr indent="-342900" lvl="0" marL="342900" marR="0" rtl="0" algn="l">
              <a:lnSpc>
                <a:spcPct val="100000"/>
              </a:lnSpc>
              <a:spcBef>
                <a:spcPts val="560"/>
              </a:spcBef>
              <a:spcAft>
                <a:spcPts val="0"/>
              </a:spcAft>
              <a:buClr>
                <a:srgbClr val="474747"/>
              </a:buClr>
              <a:buSzPts val="2800"/>
              <a:buFont typeface="Arial"/>
              <a:buNone/>
            </a:pPr>
            <a:r>
              <a:rPr b="0" i="0" lang="en-US" sz="2800" u="none">
                <a:solidFill>
                  <a:srgbClr val="474747"/>
                </a:solidFill>
                <a:latin typeface="Calibri"/>
                <a:ea typeface="Calibri"/>
                <a:cs typeface="Calibri"/>
                <a:sym typeface="Calibri"/>
              </a:rPr>
              <a:t>}  </a:t>
            </a:r>
            <a:endParaRPr/>
          </a:p>
          <a:p>
            <a:pPr indent="-165100" lvl="0" marL="342900" marR="0" rtl="0" algn="l">
              <a:spcBef>
                <a:spcPts val="560"/>
              </a:spcBef>
              <a:spcAft>
                <a:spcPts val="0"/>
              </a:spcAft>
              <a:buClr>
                <a:schemeClr val="dk1"/>
              </a:buClr>
              <a:buSzPts val="2800"/>
              <a:buFont typeface="Arial"/>
              <a:buNone/>
            </a:pPr>
            <a:r>
              <a:t/>
            </a:r>
            <a:endParaRPr b="0" i="0" sz="2800" u="none">
              <a:solidFill>
                <a:srgbClr val="474747"/>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25"/>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2700"/>
              <a:buFont typeface="Calibri"/>
              <a:buNone/>
            </a:pPr>
            <a:br>
              <a:rPr b="1" i="0" lang="en-US" sz="2700" u="none">
                <a:solidFill>
                  <a:srgbClr val="474747"/>
                </a:solidFill>
                <a:latin typeface="Calibri"/>
                <a:ea typeface="Calibri"/>
                <a:cs typeface="Calibri"/>
                <a:sym typeface="Calibri"/>
              </a:rPr>
            </a:br>
            <a:r>
              <a:rPr b="1" i="0" lang="en-US" sz="2700" u="none">
                <a:solidFill>
                  <a:srgbClr val="474747"/>
                </a:solidFill>
                <a:latin typeface="Calibri"/>
                <a:ea typeface="Calibri"/>
                <a:cs typeface="Calibri"/>
                <a:sym typeface="Calibri"/>
              </a:rPr>
              <a:t>7) StringBuffer ensureCapacity() method</a:t>
            </a:r>
            <a:br>
              <a:rPr b="1" i="0" lang="en-US" sz="2700" u="none">
                <a:solidFill>
                  <a:srgbClr val="474747"/>
                </a:solidFill>
                <a:latin typeface="Calibri"/>
                <a:ea typeface="Calibri"/>
                <a:cs typeface="Calibri"/>
                <a:sym typeface="Calibri"/>
              </a:rPr>
            </a:br>
            <a:endParaRPr/>
          </a:p>
        </p:txBody>
      </p:sp>
      <p:sp>
        <p:nvSpPr>
          <p:cNvPr id="542" name="Google Shape;542;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The ensureCapacity() method of StringBuffer class ensures that the given capacity is the minimum to the current capacity. If it is greater than the current capacity, it increases the capacity by (oldcapacity*2)+2. For example if your current capacity is 16, it will be (16*2)+2=34.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26"/>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t/>
            </a:r>
            <a:endParaRPr b="0" sz="3000">
              <a:solidFill>
                <a:srgbClr val="464646"/>
              </a:solidFill>
            </a:endParaRPr>
          </a:p>
        </p:txBody>
      </p:sp>
      <p:sp>
        <p:nvSpPr>
          <p:cNvPr id="548" name="Google Shape;548;p26"/>
          <p:cNvSpPr txBox="1"/>
          <p:nvPr>
            <p:ph idx="1" type="body"/>
          </p:nvPr>
        </p:nvSpPr>
        <p:spPr>
          <a:xfrm>
            <a:off x="457200" y="838200"/>
            <a:ext cx="7772400" cy="56324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class A{  </a:t>
            </a:r>
            <a:endParaRPr/>
          </a:p>
          <a:p>
            <a:pPr indent="0" lvl="1" marL="40005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public static void main(String args[]){  </a:t>
            </a:r>
            <a:endParaRPr/>
          </a:p>
          <a:p>
            <a:pPr indent="0" lvl="1" marL="40005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StringBuffer sb=new StringBuffer();  </a:t>
            </a:r>
            <a:endParaRPr/>
          </a:p>
          <a:p>
            <a:pPr indent="0" lvl="1" marL="40005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System.out.println(sb.capacity());//default 16  </a:t>
            </a:r>
            <a:endParaRPr/>
          </a:p>
          <a:p>
            <a:pPr indent="0" lvl="1" marL="40005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sb.append("Hello");  </a:t>
            </a:r>
            <a:endParaRPr/>
          </a:p>
          <a:p>
            <a:pPr indent="0" lvl="1" marL="40005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System.out.println(sb.capacity());//now 16  </a:t>
            </a:r>
            <a:endParaRPr/>
          </a:p>
          <a:p>
            <a:pPr indent="0" lvl="1" marL="40005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sb.append("java is my favourite language");  </a:t>
            </a:r>
            <a:endParaRPr/>
          </a:p>
          <a:p>
            <a:pPr indent="0" lvl="1" marL="40005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System.out.println(sb.capacity());/*now (16*2)+2=34 i.e (oldcapacity*2)+2  */</a:t>
            </a:r>
            <a:endParaRPr/>
          </a:p>
          <a:p>
            <a:pPr indent="0" lvl="1" marL="40005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sb.ensureCapacity(10);//now no change  </a:t>
            </a:r>
            <a:endParaRPr/>
          </a:p>
          <a:p>
            <a:pPr indent="0" lvl="1" marL="40005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System.out.println(sb.capacity());//now 34  </a:t>
            </a:r>
            <a:endParaRPr/>
          </a:p>
          <a:p>
            <a:pPr indent="0" lvl="1" marL="40005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sb.ensureCapacity(50);//now (34*2)+2  </a:t>
            </a:r>
            <a:endParaRPr/>
          </a:p>
          <a:p>
            <a:pPr indent="0" lvl="1" marL="40005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System.out.println(sb.capacity());//now 70  </a:t>
            </a:r>
            <a:endParaRPr/>
          </a:p>
          <a:p>
            <a:pPr indent="0" lvl="1" marL="40005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7"/>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t/>
            </a:r>
            <a:endParaRPr b="0" sz="3000">
              <a:solidFill>
                <a:srgbClr val="464646"/>
              </a:solidFill>
            </a:endParaRPr>
          </a:p>
        </p:txBody>
      </p:sp>
      <p:sp>
        <p:nvSpPr>
          <p:cNvPr id="554" name="Google Shape;554;p27"/>
          <p:cNvSpPr txBox="1"/>
          <p:nvPr>
            <p:ph idx="1" type="body"/>
          </p:nvPr>
        </p:nvSpPr>
        <p:spPr>
          <a:xfrm>
            <a:off x="457200" y="990600"/>
            <a:ext cx="8229600" cy="5486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Arrays in Java</a:t>
            </a:r>
            <a:endParaRPr/>
          </a:p>
          <a:p>
            <a:pPr indent="-285750" lvl="1" marL="742950" marR="0" rtl="0" algn="l">
              <a:lnSpc>
                <a:spcPct val="100000"/>
              </a:lnSpc>
              <a:spcBef>
                <a:spcPts val="560"/>
              </a:spcBef>
              <a:spcAft>
                <a:spcPts val="0"/>
              </a:spcAft>
              <a:buClr>
                <a:srgbClr val="474747"/>
              </a:buClr>
              <a:buSzPts val="2800"/>
              <a:buFont typeface="Arial"/>
              <a:buChar char="–"/>
            </a:pPr>
            <a:r>
              <a:rPr b="0" i="0" lang="en-US" sz="2800" u="none" cap="none" strike="noStrike">
                <a:solidFill>
                  <a:srgbClr val="474747"/>
                </a:solidFill>
                <a:latin typeface="Calibri"/>
                <a:ea typeface="Calibri"/>
                <a:cs typeface="Calibri"/>
                <a:sym typeface="Calibri"/>
              </a:rPr>
              <a:t>One dimensional</a:t>
            </a:r>
            <a:endParaRPr/>
          </a:p>
          <a:p>
            <a:pPr indent="-285750" lvl="1" marL="742950" marR="0" rtl="0" algn="l">
              <a:lnSpc>
                <a:spcPct val="100000"/>
              </a:lnSpc>
              <a:spcBef>
                <a:spcPts val="560"/>
              </a:spcBef>
              <a:spcAft>
                <a:spcPts val="0"/>
              </a:spcAft>
              <a:buClr>
                <a:srgbClr val="474747"/>
              </a:buClr>
              <a:buSzPts val="2800"/>
              <a:buFont typeface="Arial"/>
              <a:buChar char="–"/>
            </a:pPr>
            <a:r>
              <a:rPr b="0" i="0" lang="en-US" sz="2800" u="none" cap="none" strike="noStrike">
                <a:solidFill>
                  <a:srgbClr val="474747"/>
                </a:solidFill>
                <a:latin typeface="Calibri"/>
                <a:ea typeface="Calibri"/>
                <a:cs typeface="Calibri"/>
                <a:sym typeface="Calibri"/>
              </a:rPr>
              <a:t>Two dimensional</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Array examples with primitive type </a:t>
            </a:r>
            <a:endParaRPr/>
          </a:p>
          <a:p>
            <a:pPr indent="-285750" lvl="1" marL="742950" marR="0" rtl="0" algn="l">
              <a:lnSpc>
                <a:spcPct val="100000"/>
              </a:lnSpc>
              <a:spcBef>
                <a:spcPts val="560"/>
              </a:spcBef>
              <a:spcAft>
                <a:spcPts val="0"/>
              </a:spcAft>
              <a:buClr>
                <a:srgbClr val="474747"/>
              </a:buClr>
              <a:buSzPts val="2800"/>
              <a:buFont typeface="Arial"/>
              <a:buChar char="–"/>
            </a:pPr>
            <a:r>
              <a:rPr b="0" i="0" lang="en-US" sz="2800" u="none" cap="none" strike="noStrike">
                <a:solidFill>
                  <a:srgbClr val="474747"/>
                </a:solidFill>
                <a:latin typeface="Calibri"/>
                <a:ea typeface="Calibri"/>
                <a:cs typeface="Calibri"/>
                <a:sym typeface="Calibri"/>
              </a:rPr>
              <a:t>Initialize array using Scanner object</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Array example with object type</a:t>
            </a:r>
            <a:endParaRPr/>
          </a:p>
          <a:p>
            <a:pPr indent="-285750" lvl="1" marL="742950" marR="0" rtl="0" algn="l">
              <a:lnSpc>
                <a:spcPct val="100000"/>
              </a:lnSpc>
              <a:spcBef>
                <a:spcPts val="560"/>
              </a:spcBef>
              <a:spcAft>
                <a:spcPts val="0"/>
              </a:spcAft>
              <a:buClr>
                <a:srgbClr val="474747"/>
              </a:buClr>
              <a:buSzPts val="2800"/>
              <a:buFont typeface="Arial"/>
              <a:buChar char="–"/>
            </a:pPr>
            <a:r>
              <a:rPr b="0" i="0" lang="en-US" sz="2800" u="none" cap="none" strike="noStrike">
                <a:solidFill>
                  <a:srgbClr val="474747"/>
                </a:solidFill>
                <a:latin typeface="Calibri"/>
                <a:ea typeface="Calibri"/>
                <a:cs typeface="Calibri"/>
                <a:sym typeface="Calibri"/>
              </a:rPr>
              <a:t>Employee object</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Constructor</a:t>
            </a:r>
            <a:endParaRPr/>
          </a:p>
          <a:p>
            <a:pPr indent="-285750" lvl="1" marL="742950" marR="0" rtl="0" algn="l">
              <a:lnSpc>
                <a:spcPct val="100000"/>
              </a:lnSpc>
              <a:spcBef>
                <a:spcPts val="560"/>
              </a:spcBef>
              <a:spcAft>
                <a:spcPts val="0"/>
              </a:spcAft>
              <a:buClr>
                <a:srgbClr val="474747"/>
              </a:buClr>
              <a:buSzPts val="2800"/>
              <a:buFont typeface="Arial"/>
              <a:buChar char="–"/>
            </a:pPr>
            <a:r>
              <a:rPr b="0" i="0" lang="en-US" sz="2800" u="none" cap="none" strike="noStrike">
                <a:solidFill>
                  <a:srgbClr val="474747"/>
                </a:solidFill>
                <a:latin typeface="Calibri"/>
                <a:ea typeface="Calibri"/>
                <a:cs typeface="Calibri"/>
                <a:sym typeface="Calibri"/>
              </a:rPr>
              <a:t>Employee class</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 object</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 	</a:t>
            </a:r>
            <a:endParaRPr/>
          </a:p>
          <a:p>
            <a:pPr indent="-342900" lvl="0" marL="342900" marR="0" rtl="0" algn="l">
              <a:lnSpc>
                <a:spcPct val="100000"/>
              </a:lnSpc>
              <a:spcBef>
                <a:spcPts val="640"/>
              </a:spcBef>
              <a:spcAft>
                <a:spcPts val="0"/>
              </a:spcAft>
              <a:buClr>
                <a:srgbClr val="474747"/>
              </a:buClr>
              <a:buSzPts val="3200"/>
              <a:buFont typeface="Arial"/>
              <a:buNone/>
            </a:pPr>
            <a:r>
              <a:rPr b="0" i="0" lang="en-US" sz="3200" u="none">
                <a:solidFill>
                  <a:srgbClr val="474747"/>
                </a:solidFill>
                <a:latin typeface="Calibri"/>
                <a:ea typeface="Calibri"/>
                <a:cs typeface="Calibri"/>
                <a:sym typeface="Calibri"/>
              </a:rPr>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28"/>
          <p:cNvSpPr txBox="1"/>
          <p:nvPr>
            <p:ph type="title"/>
          </p:nvPr>
        </p:nvSpPr>
        <p:spPr>
          <a:xfrm>
            <a:off x="436562" y="76200"/>
            <a:ext cx="840263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74747"/>
              </a:buClr>
              <a:buSzPts val="3000"/>
              <a:buFont typeface="Calibri"/>
              <a:buNone/>
            </a:pPr>
            <a:r>
              <a:rPr b="0" i="0" lang="en-US" sz="3000" u="none">
                <a:solidFill>
                  <a:srgbClr val="474747"/>
                </a:solidFill>
                <a:latin typeface="Calibri"/>
                <a:ea typeface="Calibri"/>
                <a:cs typeface="Calibri"/>
                <a:sym typeface="Calibri"/>
              </a:rPr>
              <a:t>StringBuffer constructors</a:t>
            </a:r>
            <a:endParaRPr/>
          </a:p>
        </p:txBody>
      </p:sp>
      <p:sp>
        <p:nvSpPr>
          <p:cNvPr id="560" name="Google Shape;560;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StringBuffer()</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StringBuffer(int size)</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StringBuffer(String str)</a:t>
            </a:r>
            <a:endParaRPr/>
          </a:p>
          <a:p>
            <a:pPr indent="-342900" lvl="0" marL="342900" marR="0" rtl="0" algn="l">
              <a:lnSpc>
                <a:spcPct val="100000"/>
              </a:lnSpc>
              <a:spcBef>
                <a:spcPts val="640"/>
              </a:spcBef>
              <a:spcAft>
                <a:spcPts val="0"/>
              </a:spcAft>
              <a:buClr>
                <a:srgbClr val="474747"/>
              </a:buClr>
              <a:buSzPts val="3200"/>
              <a:buFont typeface="Arial"/>
              <a:buChar char="•"/>
            </a:pPr>
            <a:r>
              <a:rPr b="0" i="0" lang="en-US" sz="3200" u="none">
                <a:solidFill>
                  <a:srgbClr val="474747"/>
                </a:solidFill>
                <a:latin typeface="Calibri"/>
                <a:ea typeface="Calibri"/>
                <a:cs typeface="Calibri"/>
                <a:sym typeface="Calibri"/>
              </a:rPr>
              <a:t>StringBuffer(CharSequence chars)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20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1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7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5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3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7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6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1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23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3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26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14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25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8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9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16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15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22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4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2.xml><?xml version="1.0" encoding="utf-8"?>
<a:theme xmlns:a="http://schemas.openxmlformats.org/drawingml/2006/main" xmlns:r="http://schemas.openxmlformats.org/officeDocument/2006/relationships" name="12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3.xml><?xml version="1.0" encoding="utf-8"?>
<a:theme xmlns:a="http://schemas.openxmlformats.org/drawingml/2006/main" xmlns:r="http://schemas.openxmlformats.org/officeDocument/2006/relationships" name="11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4.xml><?xml version="1.0" encoding="utf-8"?>
<a:theme xmlns:a="http://schemas.openxmlformats.org/drawingml/2006/main" xmlns:r="http://schemas.openxmlformats.org/officeDocument/2006/relationships" name="19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5.xml><?xml version="1.0" encoding="utf-8"?>
<a:theme xmlns:a="http://schemas.openxmlformats.org/drawingml/2006/main" xmlns:r="http://schemas.openxmlformats.org/officeDocument/2006/relationships" name="18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6.xml><?xml version="1.0" encoding="utf-8"?>
<a:theme xmlns:a="http://schemas.openxmlformats.org/drawingml/2006/main" xmlns:r="http://schemas.openxmlformats.org/officeDocument/2006/relationships" name="10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7.xml><?xml version="1.0" encoding="utf-8"?>
<a:theme xmlns:a="http://schemas.openxmlformats.org/drawingml/2006/main" xmlns:r="http://schemas.openxmlformats.org/officeDocument/2006/relationships" name="24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8.xml><?xml version="1.0" encoding="utf-8"?>
<a:theme xmlns:a="http://schemas.openxmlformats.org/drawingml/2006/main" xmlns:r="http://schemas.openxmlformats.org/officeDocument/2006/relationships" name="2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9.xml><?xml version="1.0" encoding="utf-8"?>
<a:theme xmlns:a="http://schemas.openxmlformats.org/drawingml/2006/main" xmlns:r="http://schemas.openxmlformats.org/officeDocument/2006/relationships" name="27_Introducing PowerPoint 2011">
  <a:themeElements>
    <a:clrScheme name="Fresh">
      <a:dk1>
        <a:srgbClr val="262626"/>
      </a:dk1>
      <a:lt1>
        <a:srgbClr val="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2010-05-03T20:57:59Z</dcterms:created>
  <dc:creator/>
</cp:coreProperties>
</file>