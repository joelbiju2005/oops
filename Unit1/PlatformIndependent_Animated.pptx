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389" y="-509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60229-BFFA-4989-A42A-D6D15351E5EA}" type="datetimeFigureOut">
              <a:rPr lang="en-US" smtClean="0"/>
              <a:pPr/>
              <a:t>8/23/2020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748D6-223D-4994-BA2C-638D326BB48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4543428" cy="436946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 smtClean="0"/>
              <a:t>The Challenge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4543428" cy="423270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57147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Source code</a:t>
            </a:r>
            <a:endParaRPr lang="en-US" sz="1600" b="1" dirty="0"/>
          </a:p>
        </p:txBody>
      </p:sp>
      <p:sp>
        <p:nvSpPr>
          <p:cNvPr id="7" name="Rectangle 6"/>
          <p:cNvSpPr/>
          <p:nvPr/>
        </p:nvSpPr>
        <p:spPr>
          <a:xfrm>
            <a:off x="3286116" y="1643056"/>
            <a:ext cx="128588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Platform –p1</a:t>
            </a:r>
            <a:endParaRPr lang="en-US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200023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Compile</a:t>
            </a:r>
            <a:endParaRPr lang="en-US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342899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exe</a:t>
            </a:r>
            <a:endParaRPr lang="en-US" sz="1600" b="1" dirty="0"/>
          </a:p>
        </p:txBody>
      </p:sp>
      <p:cxnSp>
        <p:nvCxnSpPr>
          <p:cNvPr id="11" name="Straight Arrow Connector 10"/>
          <p:cNvCxnSpPr>
            <a:stCxn id="6" idx="3"/>
            <a:endCxn id="8" idx="1"/>
          </p:cNvCxnSpPr>
          <p:nvPr/>
        </p:nvCxnSpPr>
        <p:spPr>
          <a:xfrm>
            <a:off x="1571604" y="1178709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000364" y="1142990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2"/>
            <a:endCxn id="7" idx="0"/>
          </p:cNvCxnSpPr>
          <p:nvPr/>
        </p:nvCxnSpPr>
        <p:spPr>
          <a:xfrm rot="5400000">
            <a:off x="3821901" y="1535899"/>
            <a:ext cx="214314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71472" y="2285998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Source code</a:t>
            </a:r>
            <a:endParaRPr lang="en-US" sz="1600" b="1" dirty="0"/>
          </a:p>
        </p:txBody>
      </p:sp>
      <p:sp>
        <p:nvSpPr>
          <p:cNvPr id="18" name="Rectangle 17"/>
          <p:cNvSpPr/>
          <p:nvPr/>
        </p:nvSpPr>
        <p:spPr>
          <a:xfrm>
            <a:off x="3286116" y="3000378"/>
            <a:ext cx="128588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Platform –p2</a:t>
            </a:r>
            <a:endParaRPr lang="en-US" sz="1600" b="1" dirty="0"/>
          </a:p>
        </p:txBody>
      </p:sp>
      <p:sp>
        <p:nvSpPr>
          <p:cNvPr id="19" name="Rectangle 18"/>
          <p:cNvSpPr/>
          <p:nvPr/>
        </p:nvSpPr>
        <p:spPr>
          <a:xfrm>
            <a:off x="2000232" y="2285998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Compile</a:t>
            </a:r>
            <a:endParaRPr lang="en-US" sz="1600" b="1" dirty="0"/>
          </a:p>
        </p:txBody>
      </p:sp>
      <p:sp>
        <p:nvSpPr>
          <p:cNvPr id="20" name="Rectangle 19"/>
          <p:cNvSpPr/>
          <p:nvPr/>
        </p:nvSpPr>
        <p:spPr>
          <a:xfrm>
            <a:off x="3428992" y="2285998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exe</a:t>
            </a:r>
            <a:endParaRPr lang="en-US" sz="1600" b="1" dirty="0"/>
          </a:p>
        </p:txBody>
      </p:sp>
      <p:cxnSp>
        <p:nvCxnSpPr>
          <p:cNvPr id="21" name="Straight Arrow Connector 20"/>
          <p:cNvCxnSpPr>
            <a:stCxn id="17" idx="3"/>
            <a:endCxn id="19" idx="1"/>
          </p:cNvCxnSpPr>
          <p:nvPr/>
        </p:nvCxnSpPr>
        <p:spPr>
          <a:xfrm>
            <a:off x="1571604" y="2536031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000364" y="2500312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2"/>
            <a:endCxn id="18" idx="0"/>
          </p:cNvCxnSpPr>
          <p:nvPr/>
        </p:nvCxnSpPr>
        <p:spPr>
          <a:xfrm rot="5400000">
            <a:off x="3821901" y="2893221"/>
            <a:ext cx="214314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71472" y="3643320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Source code</a:t>
            </a:r>
            <a:endParaRPr lang="en-US" sz="1600" b="1" dirty="0"/>
          </a:p>
        </p:txBody>
      </p:sp>
      <p:sp>
        <p:nvSpPr>
          <p:cNvPr id="25" name="Rectangle 24"/>
          <p:cNvSpPr/>
          <p:nvPr/>
        </p:nvSpPr>
        <p:spPr>
          <a:xfrm>
            <a:off x="3286116" y="4357700"/>
            <a:ext cx="128588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Platform –</a:t>
            </a:r>
            <a:r>
              <a:rPr lang="en-US" sz="1600" b="1" dirty="0" err="1" smtClean="0"/>
              <a:t>pn</a:t>
            </a:r>
            <a:endParaRPr lang="en-US" sz="1600" b="1" dirty="0"/>
          </a:p>
        </p:txBody>
      </p:sp>
      <p:sp>
        <p:nvSpPr>
          <p:cNvPr id="26" name="Rectangle 25"/>
          <p:cNvSpPr/>
          <p:nvPr/>
        </p:nvSpPr>
        <p:spPr>
          <a:xfrm>
            <a:off x="2000232" y="3643320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Compile</a:t>
            </a:r>
            <a:endParaRPr lang="en-US" sz="1600" b="1" dirty="0"/>
          </a:p>
        </p:txBody>
      </p:sp>
      <p:sp>
        <p:nvSpPr>
          <p:cNvPr id="27" name="Rectangle 26"/>
          <p:cNvSpPr/>
          <p:nvPr/>
        </p:nvSpPr>
        <p:spPr>
          <a:xfrm>
            <a:off x="3428992" y="3643320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exe</a:t>
            </a:r>
            <a:endParaRPr lang="en-US" sz="1600" b="1" dirty="0"/>
          </a:p>
        </p:txBody>
      </p:sp>
      <p:cxnSp>
        <p:nvCxnSpPr>
          <p:cNvPr id="28" name="Straight Arrow Connector 27"/>
          <p:cNvCxnSpPr>
            <a:stCxn id="24" idx="3"/>
            <a:endCxn id="26" idx="1"/>
          </p:cNvCxnSpPr>
          <p:nvPr/>
        </p:nvCxnSpPr>
        <p:spPr>
          <a:xfrm>
            <a:off x="1571604" y="3893353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000364" y="3857634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7" idx="2"/>
            <a:endCxn id="25" idx="0"/>
          </p:cNvCxnSpPr>
          <p:nvPr/>
        </p:nvCxnSpPr>
        <p:spPr>
          <a:xfrm rot="5400000">
            <a:off x="3821901" y="4250543"/>
            <a:ext cx="214314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80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80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800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800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4186238" cy="436946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 smtClean="0"/>
              <a:t>The solution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8329642" cy="423270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57147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Source code</a:t>
            </a:r>
            <a:endParaRPr lang="en-US" sz="1600" b="1" dirty="0"/>
          </a:p>
        </p:txBody>
      </p:sp>
      <p:sp>
        <p:nvSpPr>
          <p:cNvPr id="7" name="Rectangle 6"/>
          <p:cNvSpPr/>
          <p:nvPr/>
        </p:nvSpPr>
        <p:spPr>
          <a:xfrm>
            <a:off x="928662" y="1643056"/>
            <a:ext cx="264320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 Platform –p1</a:t>
            </a:r>
            <a:endParaRPr lang="en-US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200023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Compile</a:t>
            </a:r>
            <a:endParaRPr lang="en-US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3428992" y="928676"/>
            <a:ext cx="128588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Intermediate language</a:t>
            </a:r>
            <a:endParaRPr lang="en-US" sz="1600" b="1" dirty="0"/>
          </a:p>
        </p:txBody>
      </p:sp>
      <p:cxnSp>
        <p:nvCxnSpPr>
          <p:cNvPr id="10" name="Straight Arrow Connector 9"/>
          <p:cNvCxnSpPr>
            <a:stCxn id="6" idx="3"/>
            <a:endCxn id="8" idx="1"/>
          </p:cNvCxnSpPr>
          <p:nvPr/>
        </p:nvCxnSpPr>
        <p:spPr>
          <a:xfrm>
            <a:off x="1571604" y="1178709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000364" y="1142990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285984" y="1785932"/>
            <a:ext cx="1143008" cy="7143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Interpreter</a:t>
            </a:r>
            <a:endParaRPr lang="en-US" b="1" dirty="0"/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608249" y="2893221"/>
            <a:ext cx="2928164" cy="79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>
            <a:off x="3571868" y="2143122"/>
            <a:ext cx="500066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8662" y="2786064"/>
            <a:ext cx="264320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 Platform –p2</a:t>
            </a:r>
            <a:endParaRPr lang="en-US" sz="1600" b="1" dirty="0"/>
          </a:p>
        </p:txBody>
      </p:sp>
      <p:sp>
        <p:nvSpPr>
          <p:cNvPr id="25" name="Rectangle 24"/>
          <p:cNvSpPr/>
          <p:nvPr/>
        </p:nvSpPr>
        <p:spPr>
          <a:xfrm>
            <a:off x="1000100" y="3857634"/>
            <a:ext cx="264320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 Platform –</a:t>
            </a:r>
            <a:r>
              <a:rPr lang="en-US" sz="1600" b="1" dirty="0" err="1" smtClean="0"/>
              <a:t>pn</a:t>
            </a:r>
            <a:endParaRPr lang="en-US" sz="1600" b="1" dirty="0"/>
          </a:p>
        </p:txBody>
      </p:sp>
      <p:sp>
        <p:nvSpPr>
          <p:cNvPr id="28" name="Oval 27"/>
          <p:cNvSpPr/>
          <p:nvPr/>
        </p:nvSpPr>
        <p:spPr>
          <a:xfrm>
            <a:off x="2357422" y="2857502"/>
            <a:ext cx="1143008" cy="7143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Interpreter</a:t>
            </a:r>
            <a:endParaRPr lang="en-US" b="1" dirty="0"/>
          </a:p>
        </p:txBody>
      </p:sp>
      <p:sp>
        <p:nvSpPr>
          <p:cNvPr id="29" name="Oval 28"/>
          <p:cNvSpPr/>
          <p:nvPr/>
        </p:nvSpPr>
        <p:spPr>
          <a:xfrm>
            <a:off x="2357422" y="3929072"/>
            <a:ext cx="1143008" cy="7143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Interpreter</a:t>
            </a:r>
            <a:endParaRPr lang="en-US" b="1" dirty="0"/>
          </a:p>
        </p:txBody>
      </p:sp>
      <p:cxnSp>
        <p:nvCxnSpPr>
          <p:cNvPr id="32" name="Straight Arrow Connector 31"/>
          <p:cNvCxnSpPr>
            <a:endCxn id="24" idx="3"/>
          </p:cNvCxnSpPr>
          <p:nvPr/>
        </p:nvCxnSpPr>
        <p:spPr>
          <a:xfrm rot="10800000" flipV="1">
            <a:off x="3571868" y="3214691"/>
            <a:ext cx="500066" cy="357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0800000" flipV="1">
            <a:off x="3643308" y="4357699"/>
            <a:ext cx="428626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8" grpId="0" animBg="1"/>
      <p:bldP spid="2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36946"/>
          </a:xfrm>
        </p:spPr>
        <p:txBody>
          <a:bodyPr>
            <a:normAutofit fontScale="90000"/>
          </a:bodyPr>
          <a:lstStyle/>
          <a:p>
            <a:pPr algn="l"/>
            <a:r>
              <a:rPr lang="en-IN" sz="3200" dirty="0" smtClean="0"/>
              <a:t>Platform Independent</a:t>
            </a:r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5757874" cy="423270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57147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Source code</a:t>
            </a:r>
            <a:endParaRPr lang="en-US" sz="1600" b="1" dirty="0"/>
          </a:p>
        </p:txBody>
      </p:sp>
      <p:sp>
        <p:nvSpPr>
          <p:cNvPr id="7" name="Rectangle 6"/>
          <p:cNvSpPr/>
          <p:nvPr/>
        </p:nvSpPr>
        <p:spPr>
          <a:xfrm>
            <a:off x="928662" y="1643056"/>
            <a:ext cx="264320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 Platform –p1</a:t>
            </a:r>
            <a:endParaRPr lang="en-US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2000232" y="928676"/>
            <a:ext cx="1000132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Compile</a:t>
            </a:r>
            <a:endParaRPr lang="en-US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3428992" y="928676"/>
            <a:ext cx="1285884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smtClean="0"/>
              <a:t>Intermediate language</a:t>
            </a:r>
            <a:endParaRPr lang="en-US" sz="1600" b="1" dirty="0"/>
          </a:p>
        </p:txBody>
      </p:sp>
      <p:cxnSp>
        <p:nvCxnSpPr>
          <p:cNvPr id="10" name="Straight Arrow Connector 9"/>
          <p:cNvCxnSpPr>
            <a:stCxn id="6" idx="3"/>
            <a:endCxn id="8" idx="1"/>
          </p:cNvCxnSpPr>
          <p:nvPr/>
        </p:nvCxnSpPr>
        <p:spPr>
          <a:xfrm>
            <a:off x="1571604" y="1178709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000364" y="1142990"/>
            <a:ext cx="428628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2285984" y="1785932"/>
            <a:ext cx="1143008" cy="7143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Interpreter</a:t>
            </a:r>
            <a:endParaRPr lang="en-US" b="1" dirty="0"/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2608249" y="2893221"/>
            <a:ext cx="2928164" cy="794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>
            <a:off x="3571868" y="2143122"/>
            <a:ext cx="500066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928662" y="2786064"/>
            <a:ext cx="264320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 Platform –p2</a:t>
            </a:r>
            <a:endParaRPr lang="en-US" sz="1600" b="1" dirty="0"/>
          </a:p>
        </p:txBody>
      </p:sp>
      <p:sp>
        <p:nvSpPr>
          <p:cNvPr id="25" name="Rectangle 24"/>
          <p:cNvSpPr/>
          <p:nvPr/>
        </p:nvSpPr>
        <p:spPr>
          <a:xfrm>
            <a:off x="1000100" y="3857634"/>
            <a:ext cx="264320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 smtClean="0"/>
              <a:t> Platform –</a:t>
            </a:r>
            <a:r>
              <a:rPr lang="en-US" sz="1600" b="1" dirty="0" err="1" smtClean="0"/>
              <a:t>pn</a:t>
            </a:r>
            <a:endParaRPr lang="en-US" sz="1600" b="1" dirty="0"/>
          </a:p>
        </p:txBody>
      </p:sp>
      <p:sp>
        <p:nvSpPr>
          <p:cNvPr id="28" name="Oval 27"/>
          <p:cNvSpPr/>
          <p:nvPr/>
        </p:nvSpPr>
        <p:spPr>
          <a:xfrm>
            <a:off x="2357422" y="2857502"/>
            <a:ext cx="1143008" cy="7143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Interpreter</a:t>
            </a:r>
            <a:endParaRPr lang="en-US" b="1" dirty="0"/>
          </a:p>
        </p:txBody>
      </p:sp>
      <p:sp>
        <p:nvSpPr>
          <p:cNvPr id="29" name="Oval 28"/>
          <p:cNvSpPr/>
          <p:nvPr/>
        </p:nvSpPr>
        <p:spPr>
          <a:xfrm>
            <a:off x="2357422" y="3929072"/>
            <a:ext cx="1143008" cy="7143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Interpreter</a:t>
            </a:r>
            <a:endParaRPr lang="en-US" b="1" dirty="0"/>
          </a:p>
        </p:txBody>
      </p:sp>
      <p:cxnSp>
        <p:nvCxnSpPr>
          <p:cNvPr id="32" name="Straight Arrow Connector 31"/>
          <p:cNvCxnSpPr>
            <a:endCxn id="24" idx="3"/>
          </p:cNvCxnSpPr>
          <p:nvPr/>
        </p:nvCxnSpPr>
        <p:spPr>
          <a:xfrm rot="10800000" flipV="1">
            <a:off x="3571868" y="3214691"/>
            <a:ext cx="500066" cy="35719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0800000" flipV="1">
            <a:off x="3643308" y="4357699"/>
            <a:ext cx="428626" cy="1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Callout 18"/>
          <p:cNvSpPr/>
          <p:nvPr/>
        </p:nvSpPr>
        <p:spPr>
          <a:xfrm>
            <a:off x="3857620" y="214296"/>
            <a:ext cx="1285884" cy="500066"/>
          </a:xfrm>
          <a:prstGeom prst="wedgeEllipseCallout">
            <a:avLst>
              <a:gd name="adj1" fmla="val -122166"/>
              <a:gd name="adj2" fmla="val 899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JAVAC</a:t>
            </a:r>
            <a:endParaRPr lang="en-US" dirty="0"/>
          </a:p>
        </p:txBody>
      </p:sp>
      <p:sp>
        <p:nvSpPr>
          <p:cNvPr id="20" name="Oval Callout 19"/>
          <p:cNvSpPr/>
          <p:nvPr/>
        </p:nvSpPr>
        <p:spPr>
          <a:xfrm>
            <a:off x="4286248" y="2214560"/>
            <a:ext cx="1571636" cy="500066"/>
          </a:xfrm>
          <a:prstGeom prst="wedgeEllipseCallout">
            <a:avLst>
              <a:gd name="adj1" fmla="val -104442"/>
              <a:gd name="adj2" fmla="val -715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JAVA Interpreter</a:t>
            </a:r>
            <a:endParaRPr lang="en-US" sz="1600" dirty="0"/>
          </a:p>
        </p:txBody>
      </p:sp>
      <p:cxnSp>
        <p:nvCxnSpPr>
          <p:cNvPr id="26" name="Straight Arrow Connector 25"/>
          <p:cNvCxnSpPr>
            <a:stCxn id="20" idx="3"/>
          </p:cNvCxnSpPr>
          <p:nvPr/>
        </p:nvCxnSpPr>
        <p:spPr>
          <a:xfrm rot="5400000">
            <a:off x="3757490" y="2312896"/>
            <a:ext cx="430423" cy="1087417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0" idx="4"/>
          </p:cNvCxnSpPr>
          <p:nvPr/>
        </p:nvCxnSpPr>
        <p:spPr>
          <a:xfrm rot="5400000">
            <a:off x="3571868" y="2500312"/>
            <a:ext cx="1285884" cy="1714512"/>
          </a:xfrm>
          <a:prstGeom prst="straightConnector1">
            <a:avLst/>
          </a:prstGeom>
          <a:ln w="349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loud Callout 36"/>
          <p:cNvSpPr/>
          <p:nvPr/>
        </p:nvSpPr>
        <p:spPr>
          <a:xfrm>
            <a:off x="5072066" y="785800"/>
            <a:ext cx="928694" cy="642942"/>
          </a:xfrm>
          <a:prstGeom prst="cloudCallout">
            <a:avLst>
              <a:gd name="adj1" fmla="val -84530"/>
              <a:gd name="adj2" fmla="val 857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smtClean="0"/>
              <a:t>Byte code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800" decel="100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80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800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800" decel="100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800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800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800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6" grpId="0" animBg="1"/>
      <p:bldP spid="24" grpId="0" animBg="1"/>
      <p:bldP spid="25" grpId="0" animBg="1"/>
      <p:bldP spid="28" grpId="0" animBg="1"/>
      <p:bldP spid="29" grpId="0" animBg="1"/>
      <p:bldP spid="19" grpId="0" animBg="1"/>
      <p:bldP spid="20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4071934" y="3071816"/>
            <a:ext cx="1643074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285984" y="3071816"/>
            <a:ext cx="1643074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642910" y="3071816"/>
            <a:ext cx="1500198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36946"/>
          </a:xfrm>
        </p:spPr>
        <p:txBody>
          <a:bodyPr>
            <a:normAutofit fontScale="90000"/>
          </a:bodyPr>
          <a:lstStyle/>
          <a:p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5400684" cy="423270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800" dirty="0"/>
          </a:p>
        </p:txBody>
      </p:sp>
      <p:sp>
        <p:nvSpPr>
          <p:cNvPr id="6" name="Rectangle 5"/>
          <p:cNvSpPr/>
          <p:nvPr/>
        </p:nvSpPr>
        <p:spPr>
          <a:xfrm>
            <a:off x="642910" y="857238"/>
            <a:ext cx="1500198" cy="5000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Java Source Code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57224" y="1643056"/>
            <a:ext cx="1071570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smtClean="0"/>
          </a:p>
          <a:p>
            <a:pPr algn="ctr"/>
            <a:r>
              <a:rPr lang="en-IN" dirty="0" err="1" smtClean="0"/>
              <a:t>Javac</a:t>
            </a:r>
            <a:r>
              <a:rPr lang="en-IN" dirty="0" smtClean="0"/>
              <a:t>	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42910" y="2357436"/>
            <a:ext cx="1500198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smtClean="0"/>
          </a:p>
          <a:p>
            <a:pPr algn="ctr"/>
            <a:r>
              <a:rPr lang="en-IN" dirty="0" smtClean="0"/>
              <a:t>Byte Code	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14348" y="3143254"/>
            <a:ext cx="1357322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JVM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785786" y="4071948"/>
            <a:ext cx="1214446" cy="5715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Output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6" idx="2"/>
            <a:endCxn id="10" idx="0"/>
          </p:cNvCxnSpPr>
          <p:nvPr/>
        </p:nvCxnSpPr>
        <p:spPr>
          <a:xfrm rot="5400000">
            <a:off x="1250133" y="1500180"/>
            <a:ext cx="285752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>
          <a:xfrm rot="5400000">
            <a:off x="1214414" y="2178841"/>
            <a:ext cx="357190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rot="5400000">
            <a:off x="1179489" y="2963865"/>
            <a:ext cx="357190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rot="5400000">
            <a:off x="1177901" y="3892559"/>
            <a:ext cx="357190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428860" y="3143254"/>
            <a:ext cx="1357322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JVM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2500298" y="4071948"/>
            <a:ext cx="1214446" cy="5715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Output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 rot="5400000">
            <a:off x="2892413" y="3892559"/>
            <a:ext cx="357190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214810" y="3143254"/>
            <a:ext cx="1357322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JVM</a:t>
            </a:r>
            <a:endParaRPr lang="en-US" dirty="0"/>
          </a:p>
        </p:txBody>
      </p:sp>
      <p:sp>
        <p:nvSpPr>
          <p:cNvPr id="27" name="Oval 26"/>
          <p:cNvSpPr/>
          <p:nvPr/>
        </p:nvSpPr>
        <p:spPr>
          <a:xfrm>
            <a:off x="4286248" y="4071948"/>
            <a:ext cx="1214446" cy="57150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Output</a:t>
            </a:r>
            <a:endParaRPr lang="en-US" dirty="0"/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4678363" y="3892559"/>
            <a:ext cx="357190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1" idx="3"/>
          </p:cNvCxnSpPr>
          <p:nvPr/>
        </p:nvCxnSpPr>
        <p:spPr>
          <a:xfrm>
            <a:off x="2143108" y="2571750"/>
            <a:ext cx="2571768" cy="1588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rot="5400000">
            <a:off x="2678893" y="2821783"/>
            <a:ext cx="500066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rot="5400000">
            <a:off x="4464049" y="2820989"/>
            <a:ext cx="500066" cy="1588"/>
          </a:xfrm>
          <a:prstGeom prst="straightConnector1">
            <a:avLst/>
          </a:prstGeom>
          <a:ln w="25400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Callout 37"/>
          <p:cNvSpPr/>
          <p:nvPr/>
        </p:nvSpPr>
        <p:spPr>
          <a:xfrm>
            <a:off x="2428860" y="2143122"/>
            <a:ext cx="714380" cy="357190"/>
          </a:xfrm>
          <a:prstGeom prst="wedgeEllipseCallout">
            <a:avLst>
              <a:gd name="adj1" fmla="val -113633"/>
              <a:gd name="adj2" fmla="val 2033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win</a:t>
            </a:r>
            <a:endParaRPr lang="en-US" sz="1600" dirty="0"/>
          </a:p>
        </p:txBody>
      </p:sp>
      <p:sp>
        <p:nvSpPr>
          <p:cNvPr id="39" name="Oval Callout 38"/>
          <p:cNvSpPr/>
          <p:nvPr/>
        </p:nvSpPr>
        <p:spPr>
          <a:xfrm>
            <a:off x="3286116" y="1857370"/>
            <a:ext cx="1071570" cy="500066"/>
          </a:xfrm>
          <a:prstGeom prst="wedgeEllipseCallout">
            <a:avLst>
              <a:gd name="adj1" fmla="val -68477"/>
              <a:gd name="adj2" fmla="val 1964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 smtClean="0"/>
              <a:t>Mac </a:t>
            </a:r>
            <a:r>
              <a:rPr lang="en-IN" sz="1600" dirty="0" err="1" smtClean="0"/>
              <a:t>os</a:t>
            </a:r>
            <a:endParaRPr lang="en-US" sz="1600" dirty="0"/>
          </a:p>
        </p:txBody>
      </p:sp>
      <p:sp>
        <p:nvSpPr>
          <p:cNvPr id="40" name="Oval Callout 39"/>
          <p:cNvSpPr/>
          <p:nvPr/>
        </p:nvSpPr>
        <p:spPr>
          <a:xfrm>
            <a:off x="4857752" y="2214560"/>
            <a:ext cx="1000132" cy="357190"/>
          </a:xfrm>
          <a:prstGeom prst="wedgeEllipseCallout">
            <a:avLst>
              <a:gd name="adj1" fmla="val -30281"/>
              <a:gd name="adj2" fmla="val 1990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 smtClean="0"/>
          </a:p>
          <a:p>
            <a:pPr algn="ctr"/>
            <a:r>
              <a:rPr lang="en-IN" sz="1600" dirty="0" smtClean="0"/>
              <a:t>Linux</a:t>
            </a:r>
          </a:p>
          <a:p>
            <a:pPr algn="ctr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800" decel="100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800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800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800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800" decel="100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3" grpId="0" animBg="1"/>
      <p:bldP spid="24" grpId="0" animBg="1"/>
      <p:bldP spid="26" grpId="0" animBg="1"/>
      <p:bldP spid="2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36946"/>
          </a:xfrm>
        </p:spPr>
        <p:txBody>
          <a:bodyPr>
            <a:normAutofit fontScale="90000"/>
          </a:bodyPr>
          <a:lstStyle/>
          <a:p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8329642" cy="4232702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36946"/>
          </a:xfrm>
        </p:spPr>
        <p:txBody>
          <a:bodyPr>
            <a:normAutofit fontScale="90000"/>
          </a:bodyPr>
          <a:lstStyle/>
          <a:p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8329642" cy="4232702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36946"/>
          </a:xfrm>
        </p:spPr>
        <p:txBody>
          <a:bodyPr>
            <a:normAutofit fontScale="90000"/>
          </a:bodyPr>
          <a:lstStyle/>
          <a:p>
            <a:endParaRPr lang="en-US" sz="3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96502"/>
            <a:ext cx="8329642" cy="4232702"/>
          </a:xfrm>
        </p:spPr>
        <p:txBody>
          <a:bodyPr>
            <a:normAutofit/>
          </a:bodyPr>
          <a:lstStyle/>
          <a:p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88</Words>
  <Application>Microsoft Office PowerPoint</Application>
  <PresentationFormat>On-screen Show (16:9)</PresentationFormat>
  <Paragraphs>51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The Challenge</vt:lpstr>
      <vt:lpstr>The solution</vt:lpstr>
      <vt:lpstr>Platform Independent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Rajashekharaiah</dc:creator>
  <cp:lastModifiedBy>Rajashekharaiah</cp:lastModifiedBy>
  <cp:revision>12</cp:revision>
  <dcterms:created xsi:type="dcterms:W3CDTF">2020-08-23T03:46:35Z</dcterms:created>
  <dcterms:modified xsi:type="dcterms:W3CDTF">2020-08-23T06:58:29Z</dcterms:modified>
</cp:coreProperties>
</file>