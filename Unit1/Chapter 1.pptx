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8.xml"/>
  <Override ContentType="application/vnd.openxmlformats-officedocument.presentationml.slideMaster+xml" PartName="/ppt/slideMasters/slideMaster26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21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5.xml"/>
  <Override ContentType="application/vnd.openxmlformats-officedocument.presentationml.slideMaster+xml" PartName="/ppt/slideMasters/slideMaster19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28.xml"/>
  <Override ContentType="application/vnd.openxmlformats-officedocument.presentationml.slideMaster+xml" PartName="/ppt/slideMasters/slideMaster16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20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24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5.xml"/>
  <Override ContentType="application/vnd.openxmlformats-officedocument.presentationml.slideMaster+xml" PartName="/ppt/slideMasters/slideMaster23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14.xml"/>
  <Override ContentType="application/vnd.openxmlformats-officedocument.presentationml.slideMaster+xml" PartName="/ppt/slideMasters/slideMaster17.xml"/>
  <Override ContentType="application/vnd.openxmlformats-officedocument.presentationml.slideMaster+xml" PartName="/ppt/slideMasters/slideMaster27.xml"/>
  <Override ContentType="application/vnd.openxmlformats-officedocument.presentationml.slideMaster+xml" PartName="/ppt/slideMasters/slideMaster22.xml"/>
  <Override ContentType="application/vnd.openxmlformats-officedocument.presentationml.slideMaster+xml" PartName="/ppt/slideMasters/slideMaster6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0.xml"/>
  <Override ContentType="application/vnd.openxmlformats-officedocument.theme+xml" PartName="/ppt/theme/theme17.xml"/>
  <Override ContentType="application/vnd.openxmlformats-officedocument.theme+xml" PartName="/ppt/theme/theme11.xml"/>
  <Override ContentType="application/vnd.openxmlformats-officedocument.theme+xml" PartName="/ppt/theme/theme24.xml"/>
  <Override ContentType="application/vnd.openxmlformats-officedocument.theme+xml" PartName="/ppt/theme/theme5.xml"/>
  <Override ContentType="application/vnd.openxmlformats-officedocument.theme+xml" PartName="/ppt/theme/theme26.xml"/>
  <Override ContentType="application/vnd.openxmlformats-officedocument.theme+xml" PartName="/ppt/theme/theme7.xml"/>
  <Override ContentType="application/vnd.openxmlformats-officedocument.theme+xml" PartName="/ppt/theme/theme4.xml"/>
  <Override ContentType="application/vnd.openxmlformats-officedocument.theme+xml" PartName="/ppt/theme/theme18.xml"/>
  <Override ContentType="application/vnd.openxmlformats-officedocument.theme+xml" PartName="/ppt/theme/theme23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27.xml"/>
  <Override ContentType="application/vnd.openxmlformats-officedocument.theme+xml" PartName="/ppt/theme/theme14.xml"/>
  <Override ContentType="application/vnd.openxmlformats-officedocument.theme+xml" PartName="/ppt/theme/theme19.xml"/>
  <Override ContentType="application/vnd.openxmlformats-officedocument.theme+xml" PartName="/ppt/theme/theme22.xml"/>
  <Override ContentType="application/vnd.openxmlformats-officedocument.theme+xml" PartName="/ppt/theme/theme3.xml"/>
  <Override ContentType="application/vnd.openxmlformats-officedocument.theme+xml" PartName="/ppt/theme/theme1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28.xml"/>
  <Override ContentType="application/vnd.openxmlformats-officedocument.theme+xml" PartName="/ppt/theme/theme21.xml"/>
  <Override ContentType="application/vnd.openxmlformats-officedocument.theme+xml" PartName="/ppt/theme/theme2.xml"/>
  <Override ContentType="application/vnd.openxmlformats-officedocument.theme+xml" PartName="/ppt/theme/theme29.xml"/>
  <Override ContentType="application/vnd.openxmlformats-officedocument.theme+xml" PartName="/ppt/theme/theme16.xml"/>
  <Override ContentType="application/vnd.openxmlformats-officedocument.theme+xml" PartName="/ppt/theme/theme25.xml"/>
  <Override ContentType="application/vnd.openxmlformats-officedocument.theme+xml" PartName="/ppt/theme/theme1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  <p:sldMasterId id="2147483652" r:id="rId6"/>
    <p:sldMasterId id="2147483654" r:id="rId7"/>
    <p:sldMasterId id="2147483655" r:id="rId8"/>
    <p:sldMasterId id="2147483656" r:id="rId9"/>
    <p:sldMasterId id="2147483658" r:id="rId10"/>
    <p:sldMasterId id="2147483660" r:id="rId11"/>
    <p:sldMasterId id="2147483662" r:id="rId12"/>
    <p:sldMasterId id="2147483664" r:id="rId13"/>
    <p:sldMasterId id="2147483666" r:id="rId14"/>
    <p:sldMasterId id="2147483668" r:id="rId15"/>
    <p:sldMasterId id="2147483670" r:id="rId16"/>
    <p:sldMasterId id="2147483672" r:id="rId17"/>
    <p:sldMasterId id="2147483674" r:id="rId18"/>
    <p:sldMasterId id="2147483676" r:id="rId19"/>
    <p:sldMasterId id="2147483678" r:id="rId20"/>
    <p:sldMasterId id="2147483680" r:id="rId21"/>
    <p:sldMasterId id="2147483682" r:id="rId22"/>
    <p:sldMasterId id="2147483684" r:id="rId23"/>
    <p:sldMasterId id="2147483686" r:id="rId24"/>
    <p:sldMasterId id="2147483688" r:id="rId25"/>
    <p:sldMasterId id="2147483690" r:id="rId26"/>
    <p:sldMasterId id="2147483692" r:id="rId27"/>
    <p:sldMasterId id="2147483694" r:id="rId28"/>
    <p:sldMasterId id="2147483696" r:id="rId29"/>
    <p:sldMasterId id="2147483698" r:id="rId30"/>
    <p:sldMasterId id="2147483700" r:id="rId31"/>
  </p:sldMasterIdLst>
  <p:notesMasterIdLst>
    <p:notesMasterId r:id="rId32"/>
  </p:notesMasterIdLst>
  <p:sldIdLst>
    <p:sldId id="256" r:id="rId33"/>
    <p:sldId id="257" r:id="rId34"/>
    <p:sldId id="258" r:id="rId35"/>
    <p:sldId id="259" r:id="rId36"/>
    <p:sldId id="260" r:id="rId37"/>
    <p:sldId id="261" r:id="rId38"/>
    <p:sldId id="262" r:id="rId39"/>
    <p:sldId id="263" r:id="rId40"/>
    <p:sldId id="264" r:id="rId41"/>
    <p:sldId id="265" r:id="rId42"/>
    <p:sldId id="266" r:id="rId43"/>
    <p:sldId id="267" r:id="rId44"/>
    <p:sldId id="268" r:id="rId45"/>
    <p:sldId id="269" r:id="rId46"/>
    <p:sldId id="270" r:id="rId47"/>
    <p:sldId id="271" r:id="rId48"/>
    <p:sldId id="272" r:id="rId49"/>
    <p:sldId id="273" r:id="rId50"/>
    <p:sldId id="274" r:id="rId51"/>
    <p:sldId id="275" r:id="rId5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3" roundtripDataSignature="AMtx7miLSkeh7AaaGvCQTakA/BsijpQC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8.xml"/><Relationship Id="rId42" Type="http://schemas.openxmlformats.org/officeDocument/2006/relationships/slide" Target="slides/slide10.xml"/><Relationship Id="rId41" Type="http://schemas.openxmlformats.org/officeDocument/2006/relationships/slide" Target="slides/slide9.xml"/><Relationship Id="rId44" Type="http://schemas.openxmlformats.org/officeDocument/2006/relationships/slide" Target="slides/slide12.xml"/><Relationship Id="rId43" Type="http://schemas.openxmlformats.org/officeDocument/2006/relationships/slide" Target="slides/slide11.xml"/><Relationship Id="rId46" Type="http://schemas.openxmlformats.org/officeDocument/2006/relationships/slide" Target="slides/slide14.xml"/><Relationship Id="rId45" Type="http://schemas.openxmlformats.org/officeDocument/2006/relationships/slide" Target="slides/slide13.xml"/><Relationship Id="rId1" Type="http://schemas.openxmlformats.org/officeDocument/2006/relationships/theme" Target="theme/theme16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slide" Target="slides/slide16.xml"/><Relationship Id="rId47" Type="http://schemas.openxmlformats.org/officeDocument/2006/relationships/slide" Target="slides/slide15.xml"/><Relationship Id="rId49" Type="http://schemas.openxmlformats.org/officeDocument/2006/relationships/slide" Target="slides/slide17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Master" Target="slideMasters/slideMaster28.xml"/><Relationship Id="rId30" Type="http://schemas.openxmlformats.org/officeDocument/2006/relationships/slideMaster" Target="slideMasters/slideMaster27.xml"/><Relationship Id="rId33" Type="http://schemas.openxmlformats.org/officeDocument/2006/relationships/slide" Target="slides/slide1.xml"/><Relationship Id="rId32" Type="http://schemas.openxmlformats.org/officeDocument/2006/relationships/notesMaster" Target="notesMasters/notesMaster1.xml"/><Relationship Id="rId35" Type="http://schemas.openxmlformats.org/officeDocument/2006/relationships/slide" Target="slides/slide3.xml"/><Relationship Id="rId34" Type="http://schemas.openxmlformats.org/officeDocument/2006/relationships/slide" Target="slides/slide2.xml"/><Relationship Id="rId37" Type="http://schemas.openxmlformats.org/officeDocument/2006/relationships/slide" Target="slides/slide5.xml"/><Relationship Id="rId36" Type="http://schemas.openxmlformats.org/officeDocument/2006/relationships/slide" Target="slides/slide4.xml"/><Relationship Id="rId39" Type="http://schemas.openxmlformats.org/officeDocument/2006/relationships/slide" Target="slides/slide7.xml"/><Relationship Id="rId38" Type="http://schemas.openxmlformats.org/officeDocument/2006/relationships/slide" Target="slides/slide6.xml"/><Relationship Id="rId20" Type="http://schemas.openxmlformats.org/officeDocument/2006/relationships/slideMaster" Target="slideMasters/slideMaster17.xml"/><Relationship Id="rId22" Type="http://schemas.openxmlformats.org/officeDocument/2006/relationships/slideMaster" Target="slideMasters/slideMaster19.xml"/><Relationship Id="rId21" Type="http://schemas.openxmlformats.org/officeDocument/2006/relationships/slideMaster" Target="slideMasters/slideMaster18.xml"/><Relationship Id="rId24" Type="http://schemas.openxmlformats.org/officeDocument/2006/relationships/slideMaster" Target="slideMasters/slideMaster21.xml"/><Relationship Id="rId23" Type="http://schemas.openxmlformats.org/officeDocument/2006/relationships/slideMaster" Target="slideMasters/slideMaster20.xml"/><Relationship Id="rId26" Type="http://schemas.openxmlformats.org/officeDocument/2006/relationships/slideMaster" Target="slideMasters/slideMaster23.xml"/><Relationship Id="rId25" Type="http://schemas.openxmlformats.org/officeDocument/2006/relationships/slideMaster" Target="slideMasters/slideMaster22.xml"/><Relationship Id="rId28" Type="http://schemas.openxmlformats.org/officeDocument/2006/relationships/slideMaster" Target="slideMasters/slideMaster25.xml"/><Relationship Id="rId27" Type="http://schemas.openxmlformats.org/officeDocument/2006/relationships/slideMaster" Target="slideMasters/slideMaster24.xml"/><Relationship Id="rId29" Type="http://schemas.openxmlformats.org/officeDocument/2006/relationships/slideMaster" Target="slideMasters/slideMaster26.xml"/><Relationship Id="rId51" Type="http://schemas.openxmlformats.org/officeDocument/2006/relationships/slide" Target="slides/slide19.xml"/><Relationship Id="rId50" Type="http://schemas.openxmlformats.org/officeDocument/2006/relationships/slide" Target="slides/slide18.xml"/><Relationship Id="rId53" Type="http://customschemas.google.com/relationships/presentationmetadata" Target="metadata"/><Relationship Id="rId52" Type="http://schemas.openxmlformats.org/officeDocument/2006/relationships/slide" Target="slides/slide20.xml"/><Relationship Id="rId11" Type="http://schemas.openxmlformats.org/officeDocument/2006/relationships/slideMaster" Target="slideMasters/slideMaster8.xml"/><Relationship Id="rId10" Type="http://schemas.openxmlformats.org/officeDocument/2006/relationships/slideMaster" Target="slideMasters/slideMaster7.xml"/><Relationship Id="rId13" Type="http://schemas.openxmlformats.org/officeDocument/2006/relationships/slideMaster" Target="slideMasters/slideMaster10.xml"/><Relationship Id="rId12" Type="http://schemas.openxmlformats.org/officeDocument/2006/relationships/slideMaster" Target="slideMasters/slideMaster9.xml"/><Relationship Id="rId15" Type="http://schemas.openxmlformats.org/officeDocument/2006/relationships/slideMaster" Target="slideMasters/slideMaster12.xml"/><Relationship Id="rId14" Type="http://schemas.openxmlformats.org/officeDocument/2006/relationships/slideMaster" Target="slideMasters/slideMaster11.xml"/><Relationship Id="rId17" Type="http://schemas.openxmlformats.org/officeDocument/2006/relationships/slideMaster" Target="slideMasters/slideMaster14.xml"/><Relationship Id="rId16" Type="http://schemas.openxmlformats.org/officeDocument/2006/relationships/slideMaster" Target="slideMasters/slideMaster13.xml"/><Relationship Id="rId19" Type="http://schemas.openxmlformats.org/officeDocument/2006/relationships/slideMaster" Target="slideMasters/slideMaster16.xml"/><Relationship Id="rId18" Type="http://schemas.openxmlformats.org/officeDocument/2006/relationships/slideMaster" Target="slideMasters/slideMaster15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31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69" name="Google Shape;3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78" name="Google Shape;37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89" name="Google Shape;3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04" name="Google Shape;4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16" name="Google Shape;4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30" name="Google Shape;4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44" name="Google Shape;4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3581400" y="1295400"/>
            <a:ext cx="5105400" cy="1416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40"/>
              </a:spcBef>
              <a:spcAft>
                <a:spcPts val="0"/>
              </a:spcAft>
              <a:buClr>
                <a:srgbClr val="5B5B5B"/>
              </a:buClr>
              <a:buSzPts val="2200"/>
              <a:buNone/>
              <a:defRPr sz="2200">
                <a:solidFill>
                  <a:srgbClr val="5B5B5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type="title"/>
          </p:nvPr>
        </p:nvSpPr>
        <p:spPr>
          <a:xfrm>
            <a:off x="106344" y="41148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/>
          <p:nvPr>
            <p:ph type="title"/>
          </p:nvPr>
        </p:nvSpPr>
        <p:spPr>
          <a:xfrm>
            <a:off x="436180" y="76200"/>
            <a:ext cx="84030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3000">
                <a:solidFill>
                  <a:srgbClr val="46464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464646"/>
              </a:buClr>
              <a:buSzPts val="3200"/>
              <a:buChar char="•"/>
              <a:defRPr>
                <a:solidFill>
                  <a:srgbClr val="464646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464646"/>
              </a:buClr>
              <a:buSzPts val="2800"/>
              <a:buChar char="–"/>
              <a:defRPr>
                <a:solidFill>
                  <a:srgbClr val="464646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464646"/>
              </a:buClr>
              <a:buSzPts val="2400"/>
              <a:buChar char="•"/>
              <a:defRPr>
                <a:solidFill>
                  <a:srgbClr val="464646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464646"/>
              </a:buClr>
              <a:buSzPts val="2000"/>
              <a:buChar char="–"/>
              <a:defRPr>
                <a:solidFill>
                  <a:srgbClr val="464646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464646"/>
              </a:buClr>
              <a:buSzPts val="2000"/>
              <a:buChar char="»"/>
              <a:defRPr>
                <a:solidFill>
                  <a:srgbClr val="464646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7474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/>
          <p:nvPr>
            <p:ph type="title"/>
          </p:nvPr>
        </p:nvSpPr>
        <p:spPr>
          <a:xfrm>
            <a:off x="436180" y="76200"/>
            <a:ext cx="84030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3000">
                <a:solidFill>
                  <a:srgbClr val="46464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464646"/>
              </a:buClr>
              <a:buSzPts val="3200"/>
              <a:buChar char="•"/>
              <a:defRPr>
                <a:solidFill>
                  <a:srgbClr val="464646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464646"/>
              </a:buClr>
              <a:buSzPts val="2800"/>
              <a:buChar char="–"/>
              <a:defRPr>
                <a:solidFill>
                  <a:srgbClr val="464646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464646"/>
              </a:buClr>
              <a:buSzPts val="2400"/>
              <a:buChar char="•"/>
              <a:defRPr>
                <a:solidFill>
                  <a:srgbClr val="464646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464646"/>
              </a:buClr>
              <a:buSzPts val="2000"/>
              <a:buChar char="–"/>
              <a:defRPr>
                <a:solidFill>
                  <a:srgbClr val="464646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464646"/>
              </a:buClr>
              <a:buSzPts val="2000"/>
              <a:buChar char="»"/>
              <a:defRPr>
                <a:solidFill>
                  <a:srgbClr val="464646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7474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0"/>
          <p:cNvSpPr txBox="1"/>
          <p:nvPr>
            <p:ph type="title"/>
          </p:nvPr>
        </p:nvSpPr>
        <p:spPr>
          <a:xfrm>
            <a:off x="2971800" y="1992354"/>
            <a:ext cx="5867400" cy="1970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3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" type="body"/>
          </p:nvPr>
        </p:nvSpPr>
        <p:spPr>
          <a:xfrm>
            <a:off x="381000" y="5105400"/>
            <a:ext cx="8229601" cy="375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Clr>
                <a:srgbClr val="717171"/>
              </a:buClr>
              <a:buSzPts val="1800"/>
              <a:buNone/>
              <a:defRPr sz="1800">
                <a:solidFill>
                  <a:srgbClr val="71717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 sz="1800">
                <a:solidFill>
                  <a:srgbClr val="8B8B8B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B8B8B"/>
              </a:buClr>
              <a:buSzPts val="1600"/>
              <a:buNone/>
              <a:defRPr sz="1600">
                <a:solidFill>
                  <a:srgbClr val="8B8B8B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B8B8B"/>
              </a:buClr>
              <a:buSzPts val="1400"/>
              <a:buNone/>
              <a:defRPr sz="1400">
                <a:solidFill>
                  <a:srgbClr val="8B8B8B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B8B8B"/>
              </a:buClr>
              <a:buSzPts val="1400"/>
              <a:buNone/>
              <a:defRPr sz="1400">
                <a:solidFill>
                  <a:srgbClr val="8B8B8B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B8B8B"/>
              </a:buClr>
              <a:buSzPts val="1400"/>
              <a:buNone/>
              <a:defRPr sz="1400">
                <a:solidFill>
                  <a:srgbClr val="8B8B8B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B8B8B"/>
              </a:buClr>
              <a:buSzPts val="1400"/>
              <a:buNone/>
              <a:defRPr sz="1400">
                <a:solidFill>
                  <a:srgbClr val="8B8B8B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B8B8B"/>
              </a:buClr>
              <a:buSzPts val="1400"/>
              <a:buNone/>
              <a:defRPr sz="1400">
                <a:solidFill>
                  <a:srgbClr val="8B8B8B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B8B8B"/>
              </a:buClr>
              <a:buSzPts val="1400"/>
              <a:buNone/>
              <a:defRPr sz="1400">
                <a:solidFill>
                  <a:srgbClr val="8B8B8B"/>
                </a:solidFill>
              </a:defRPr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: Emphasis">
  <p:cSld name="Title and Content: Emphasi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464646"/>
              </a:buClr>
              <a:buSzPts val="3200"/>
              <a:buChar char="•"/>
              <a:defRPr>
                <a:solidFill>
                  <a:srgbClr val="464646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464646"/>
              </a:buClr>
              <a:buSzPts val="2800"/>
              <a:buChar char="–"/>
              <a:defRPr>
                <a:solidFill>
                  <a:srgbClr val="464646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464646"/>
              </a:buClr>
              <a:buSzPts val="2400"/>
              <a:buChar char="•"/>
              <a:defRPr>
                <a:solidFill>
                  <a:srgbClr val="464646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464646"/>
              </a:buClr>
              <a:buSzPts val="2000"/>
              <a:buChar char="–"/>
              <a:defRPr>
                <a:solidFill>
                  <a:srgbClr val="464646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464646"/>
              </a:buClr>
              <a:buSzPts val="2000"/>
              <a:buChar char="»"/>
              <a:defRPr>
                <a:solidFill>
                  <a:srgbClr val="464646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7474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4"/>
          <p:cNvSpPr txBox="1"/>
          <p:nvPr>
            <p:ph type="title"/>
          </p:nvPr>
        </p:nvSpPr>
        <p:spPr>
          <a:xfrm>
            <a:off x="380999" y="1"/>
            <a:ext cx="706801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4"/>
          <p:cNvSpPr txBox="1"/>
          <p:nvPr>
            <p:ph idx="1" type="body"/>
          </p:nvPr>
        </p:nvSpPr>
        <p:spPr>
          <a:xfrm>
            <a:off x="457200" y="1676402"/>
            <a:ext cx="4038600" cy="3971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464646"/>
              </a:buClr>
              <a:buSzPts val="2800"/>
              <a:buChar char="•"/>
              <a:defRPr sz="2800">
                <a:solidFill>
                  <a:srgbClr val="464646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464646"/>
              </a:buClr>
              <a:buSzPts val="2400"/>
              <a:buChar char="–"/>
              <a:defRPr sz="2400">
                <a:solidFill>
                  <a:srgbClr val="464646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464646"/>
              </a:buClr>
              <a:buSzPts val="2000"/>
              <a:buChar char="•"/>
              <a:defRPr sz="2000">
                <a:solidFill>
                  <a:srgbClr val="464646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64646"/>
              </a:buClr>
              <a:buSzPts val="1800"/>
              <a:buChar char="–"/>
              <a:defRPr sz="1800">
                <a:solidFill>
                  <a:srgbClr val="464646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64646"/>
              </a:buClr>
              <a:buSzPts val="1800"/>
              <a:buChar char="»"/>
              <a:defRPr sz="1800">
                <a:solidFill>
                  <a:srgbClr val="464646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2" name="Google Shape;102;p34"/>
          <p:cNvSpPr txBox="1"/>
          <p:nvPr>
            <p:ph idx="2" type="body"/>
          </p:nvPr>
        </p:nvSpPr>
        <p:spPr>
          <a:xfrm>
            <a:off x="4648200" y="1676400"/>
            <a:ext cx="4038600" cy="3971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464646"/>
              </a:buClr>
              <a:buSzPts val="2800"/>
              <a:buChar char="•"/>
              <a:defRPr sz="2800">
                <a:solidFill>
                  <a:srgbClr val="464646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464646"/>
              </a:buClr>
              <a:buSzPts val="2400"/>
              <a:buChar char="–"/>
              <a:defRPr sz="2400">
                <a:solidFill>
                  <a:srgbClr val="464646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464646"/>
              </a:buClr>
              <a:buSzPts val="2000"/>
              <a:buChar char="•"/>
              <a:defRPr sz="2000">
                <a:solidFill>
                  <a:srgbClr val="464646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64646"/>
              </a:buClr>
              <a:buSzPts val="1800"/>
              <a:buChar char="–"/>
              <a:defRPr sz="1800">
                <a:solidFill>
                  <a:srgbClr val="464646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64646"/>
              </a:buClr>
              <a:buSzPts val="1800"/>
              <a:buChar char="»"/>
              <a:defRPr sz="1800">
                <a:solidFill>
                  <a:srgbClr val="464646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3" name="Google Shape;103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D8D8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6"/>
          <p:cNvSpPr txBox="1"/>
          <p:nvPr>
            <p:ph type="title"/>
          </p:nvPr>
        </p:nvSpPr>
        <p:spPr>
          <a:xfrm>
            <a:off x="1124400" y="2077200"/>
            <a:ext cx="701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: Emphasis" showMasterSp="0">
  <p:cSld name="Title Only: Emphasi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8"/>
          <p:cNvSpPr txBox="1"/>
          <p:nvPr>
            <p:ph type="title"/>
          </p:nvPr>
        </p:nvSpPr>
        <p:spPr>
          <a:xfrm>
            <a:off x="290400" y="3081000"/>
            <a:ext cx="8686800" cy="10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46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8"/>
          <p:cNvSpPr txBox="1"/>
          <p:nvPr>
            <p:ph idx="1" type="body"/>
          </p:nvPr>
        </p:nvSpPr>
        <p:spPr>
          <a:xfrm>
            <a:off x="283952" y="2424752"/>
            <a:ext cx="86940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560"/>
              </a:spcBef>
              <a:spcAft>
                <a:spcPts val="0"/>
              </a:spcAft>
              <a:buClr>
                <a:srgbClr val="2E507A"/>
              </a:buClr>
              <a:buSzPts val="2800"/>
              <a:buNone/>
              <a:defRPr sz="2800">
                <a:solidFill>
                  <a:srgbClr val="2E50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D8D8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ext " showMasterSp="0">
  <p:cSld name="Title with Text 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0"/>
          <p:cNvSpPr txBox="1"/>
          <p:nvPr>
            <p:ph type="title"/>
          </p:nvPr>
        </p:nvSpPr>
        <p:spPr>
          <a:xfrm>
            <a:off x="414867" y="3200400"/>
            <a:ext cx="7010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0"/>
          <p:cNvSpPr txBox="1"/>
          <p:nvPr>
            <p:ph idx="1" type="body"/>
          </p:nvPr>
        </p:nvSpPr>
        <p:spPr>
          <a:xfrm>
            <a:off x="4648200" y="66478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  <a:defRPr b="1" sz="18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2"/>
          <p:cNvSpPr txBox="1"/>
          <p:nvPr>
            <p:ph type="title"/>
          </p:nvPr>
        </p:nvSpPr>
        <p:spPr>
          <a:xfrm>
            <a:off x="228600" y="609600"/>
            <a:ext cx="3008313" cy="8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42"/>
          <p:cNvSpPr txBox="1"/>
          <p:nvPr>
            <p:ph idx="1" type="body"/>
          </p:nvPr>
        </p:nvSpPr>
        <p:spPr>
          <a:xfrm>
            <a:off x="3803650" y="609600"/>
            <a:ext cx="511175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>
                <a:solidFill>
                  <a:schemeClr val="lt1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–"/>
              <a:defRPr sz="2800">
                <a:solidFill>
                  <a:schemeClr val="lt1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>
                <a:solidFill>
                  <a:schemeClr val="lt1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 sz="2000">
                <a:solidFill>
                  <a:schemeClr val="lt1"/>
                </a:solidFill>
              </a:defRPr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2" name="Google Shape;152;p42"/>
          <p:cNvSpPr txBox="1"/>
          <p:nvPr>
            <p:ph idx="2" type="body"/>
          </p:nvPr>
        </p:nvSpPr>
        <p:spPr>
          <a:xfrm>
            <a:off x="228600" y="1435101"/>
            <a:ext cx="3008313" cy="3822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sz="1400">
                <a:solidFill>
                  <a:srgbClr val="5B5B5B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3" name="Google Shape;153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dia with Caption" showMasterSp="0">
  <p:cSld name="Media with Caption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4"/>
          <p:cNvSpPr txBox="1"/>
          <p:nvPr>
            <p:ph type="title"/>
          </p:nvPr>
        </p:nvSpPr>
        <p:spPr>
          <a:xfrm>
            <a:off x="606552" y="4800600"/>
            <a:ext cx="4809244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800">
                <a:solidFill>
                  <a:srgbClr val="D8D8D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44"/>
          <p:cNvSpPr/>
          <p:nvPr>
            <p:ph idx="2" type="media"/>
          </p:nvPr>
        </p:nvSpPr>
        <p:spPr>
          <a:xfrm>
            <a:off x="587022" y="838200"/>
            <a:ext cx="4873752" cy="3812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6" name="Google Shape;166;p44"/>
          <p:cNvSpPr txBox="1"/>
          <p:nvPr>
            <p:ph idx="1" type="body"/>
          </p:nvPr>
        </p:nvSpPr>
        <p:spPr>
          <a:xfrm>
            <a:off x="5776863" y="838200"/>
            <a:ext cx="2819400" cy="4636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800">
                <a:solidFill>
                  <a:srgbClr val="D8D8D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46"/>
          <p:cNvSpPr txBox="1"/>
          <p:nvPr>
            <p:ph idx="1" type="body"/>
          </p:nvPr>
        </p:nvSpPr>
        <p:spPr>
          <a:xfrm>
            <a:off x="1792288" y="5562600"/>
            <a:ext cx="5486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1" name="Google Shape;181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showMasterSp="0">
  <p:cSld name="Title and Vertical 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8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48"/>
          <p:cNvSpPr txBox="1"/>
          <p:nvPr>
            <p:ph type="title"/>
          </p:nvPr>
        </p:nvSpPr>
        <p:spPr>
          <a:xfrm>
            <a:off x="0" y="414867"/>
            <a:ext cx="5029200" cy="4572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D8D8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0"/>
          <p:cNvSpPr txBox="1"/>
          <p:nvPr>
            <p:ph type="title"/>
          </p:nvPr>
        </p:nvSpPr>
        <p:spPr>
          <a:xfrm rot="5400000">
            <a:off x="38179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0"/>
          <p:cNvSpPr txBox="1"/>
          <p:nvPr>
            <p:ph idx="1" type="body"/>
          </p:nvPr>
        </p:nvSpPr>
        <p:spPr>
          <a:xfrm rot="5400000">
            <a:off x="84138" y="647701"/>
            <a:ext cx="5851525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7474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2"/>
          <p:cNvSpPr txBox="1"/>
          <p:nvPr>
            <p:ph idx="1" type="body"/>
          </p:nvPr>
        </p:nvSpPr>
        <p:spPr>
          <a:xfrm>
            <a:off x="3581400" y="1295400"/>
            <a:ext cx="5105400" cy="1416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40"/>
              </a:spcBef>
              <a:spcAft>
                <a:spcPts val="0"/>
              </a:spcAft>
              <a:buClr>
                <a:srgbClr val="5B5B5B"/>
              </a:buClr>
              <a:buSzPts val="2200"/>
              <a:buNone/>
              <a:defRPr sz="2200">
                <a:solidFill>
                  <a:srgbClr val="5B5B5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52"/>
          <p:cNvSpPr txBox="1"/>
          <p:nvPr>
            <p:ph type="title"/>
          </p:nvPr>
        </p:nvSpPr>
        <p:spPr>
          <a:xfrm>
            <a:off x="106344" y="41148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4"/>
          <p:cNvSpPr txBox="1"/>
          <p:nvPr>
            <p:ph type="title"/>
          </p:nvPr>
        </p:nvSpPr>
        <p:spPr>
          <a:xfrm>
            <a:off x="2971800" y="1992354"/>
            <a:ext cx="5867400" cy="1970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3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54"/>
          <p:cNvSpPr txBox="1"/>
          <p:nvPr>
            <p:ph idx="1" type="body"/>
          </p:nvPr>
        </p:nvSpPr>
        <p:spPr>
          <a:xfrm>
            <a:off x="381000" y="5105400"/>
            <a:ext cx="8229601" cy="375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Clr>
                <a:srgbClr val="717171"/>
              </a:buClr>
              <a:buSzPts val="1800"/>
              <a:buNone/>
              <a:defRPr sz="1800">
                <a:solidFill>
                  <a:srgbClr val="71717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 sz="1800">
                <a:solidFill>
                  <a:srgbClr val="8B8B8B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B8B8B"/>
              </a:buClr>
              <a:buSzPts val="1600"/>
              <a:buNone/>
              <a:defRPr sz="1600">
                <a:solidFill>
                  <a:srgbClr val="8B8B8B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B8B8B"/>
              </a:buClr>
              <a:buSzPts val="1400"/>
              <a:buNone/>
              <a:defRPr sz="1400">
                <a:solidFill>
                  <a:srgbClr val="8B8B8B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B8B8B"/>
              </a:buClr>
              <a:buSzPts val="1400"/>
              <a:buNone/>
              <a:defRPr sz="1400">
                <a:solidFill>
                  <a:srgbClr val="8B8B8B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B8B8B"/>
              </a:buClr>
              <a:buSzPts val="1400"/>
              <a:buNone/>
              <a:defRPr sz="1400">
                <a:solidFill>
                  <a:srgbClr val="8B8B8B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B8B8B"/>
              </a:buClr>
              <a:buSzPts val="1400"/>
              <a:buNone/>
              <a:defRPr sz="1400">
                <a:solidFill>
                  <a:srgbClr val="8B8B8B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B8B8B"/>
              </a:buClr>
              <a:buSzPts val="1400"/>
              <a:buNone/>
              <a:defRPr sz="1400">
                <a:solidFill>
                  <a:srgbClr val="8B8B8B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B8B8B"/>
              </a:buClr>
              <a:buSzPts val="1400"/>
              <a:buNone/>
              <a:defRPr sz="1400">
                <a:solidFill>
                  <a:srgbClr val="8B8B8B"/>
                </a:solidFill>
              </a:defRPr>
            </a:lvl9pPr>
          </a:lstStyle>
          <a:p/>
        </p:txBody>
      </p:sp>
      <p:sp>
        <p:nvSpPr>
          <p:cNvPr id="237" name="Google Shape;237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: Emphasis">
  <p:cSld name="Title and Content: Emphasis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5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464646"/>
              </a:buClr>
              <a:buSzPts val="3200"/>
              <a:buChar char="•"/>
              <a:defRPr>
                <a:solidFill>
                  <a:srgbClr val="464646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464646"/>
              </a:buClr>
              <a:buSzPts val="2800"/>
              <a:buChar char="–"/>
              <a:defRPr>
                <a:solidFill>
                  <a:srgbClr val="464646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464646"/>
              </a:buClr>
              <a:buSzPts val="2400"/>
              <a:buChar char="•"/>
              <a:defRPr>
                <a:solidFill>
                  <a:srgbClr val="464646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464646"/>
              </a:buClr>
              <a:buSzPts val="2000"/>
              <a:buChar char="–"/>
              <a:defRPr>
                <a:solidFill>
                  <a:srgbClr val="464646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464646"/>
              </a:buClr>
              <a:buSzPts val="2000"/>
              <a:buChar char="»"/>
              <a:defRPr>
                <a:solidFill>
                  <a:srgbClr val="464646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7474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8"/>
          <p:cNvSpPr txBox="1"/>
          <p:nvPr>
            <p:ph type="title"/>
          </p:nvPr>
        </p:nvSpPr>
        <p:spPr>
          <a:xfrm>
            <a:off x="380999" y="1"/>
            <a:ext cx="706801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58"/>
          <p:cNvSpPr txBox="1"/>
          <p:nvPr>
            <p:ph idx="1" type="body"/>
          </p:nvPr>
        </p:nvSpPr>
        <p:spPr>
          <a:xfrm>
            <a:off x="457200" y="1676402"/>
            <a:ext cx="4038600" cy="3971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464646"/>
              </a:buClr>
              <a:buSzPts val="2800"/>
              <a:buChar char="•"/>
              <a:defRPr sz="2800">
                <a:solidFill>
                  <a:srgbClr val="464646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464646"/>
              </a:buClr>
              <a:buSzPts val="2400"/>
              <a:buChar char="–"/>
              <a:defRPr sz="2400">
                <a:solidFill>
                  <a:srgbClr val="464646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464646"/>
              </a:buClr>
              <a:buSzPts val="2000"/>
              <a:buChar char="•"/>
              <a:defRPr sz="2000">
                <a:solidFill>
                  <a:srgbClr val="464646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64646"/>
              </a:buClr>
              <a:buSzPts val="1800"/>
              <a:buChar char="–"/>
              <a:defRPr sz="1800">
                <a:solidFill>
                  <a:srgbClr val="464646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64646"/>
              </a:buClr>
              <a:buSzPts val="1800"/>
              <a:buChar char="»"/>
              <a:defRPr sz="1800">
                <a:solidFill>
                  <a:srgbClr val="464646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1" name="Google Shape;261;p58"/>
          <p:cNvSpPr txBox="1"/>
          <p:nvPr>
            <p:ph idx="2" type="body"/>
          </p:nvPr>
        </p:nvSpPr>
        <p:spPr>
          <a:xfrm>
            <a:off x="4648200" y="1676400"/>
            <a:ext cx="4038600" cy="3971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464646"/>
              </a:buClr>
              <a:buSzPts val="2800"/>
              <a:buChar char="•"/>
              <a:defRPr sz="2800">
                <a:solidFill>
                  <a:srgbClr val="464646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464646"/>
              </a:buClr>
              <a:buSzPts val="2400"/>
              <a:buChar char="–"/>
              <a:defRPr sz="2400">
                <a:solidFill>
                  <a:srgbClr val="464646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464646"/>
              </a:buClr>
              <a:buSzPts val="2000"/>
              <a:buChar char="•"/>
              <a:defRPr sz="2000">
                <a:solidFill>
                  <a:srgbClr val="464646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64646"/>
              </a:buClr>
              <a:buSzPts val="1800"/>
              <a:buChar char="–"/>
              <a:defRPr sz="1800">
                <a:solidFill>
                  <a:srgbClr val="464646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64646"/>
              </a:buClr>
              <a:buSzPts val="1800"/>
              <a:buChar char="»"/>
              <a:defRPr sz="1800">
                <a:solidFill>
                  <a:srgbClr val="464646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2" name="Google Shape;262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D8D8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0"/>
          <p:cNvSpPr txBox="1"/>
          <p:nvPr>
            <p:ph type="title"/>
          </p:nvPr>
        </p:nvSpPr>
        <p:spPr>
          <a:xfrm>
            <a:off x="1124400" y="2077200"/>
            <a:ext cx="701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: Emphasis" showMasterSp="0">
  <p:cSld name="Title Only: Emphasis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2"/>
          <p:cNvSpPr txBox="1"/>
          <p:nvPr>
            <p:ph type="title"/>
          </p:nvPr>
        </p:nvSpPr>
        <p:spPr>
          <a:xfrm>
            <a:off x="290400" y="3081000"/>
            <a:ext cx="8686800" cy="10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46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62"/>
          <p:cNvSpPr txBox="1"/>
          <p:nvPr>
            <p:ph idx="1" type="body"/>
          </p:nvPr>
        </p:nvSpPr>
        <p:spPr>
          <a:xfrm>
            <a:off x="283952" y="2424752"/>
            <a:ext cx="86940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560"/>
              </a:spcBef>
              <a:spcAft>
                <a:spcPts val="0"/>
              </a:spcAft>
              <a:buClr>
                <a:srgbClr val="2E507A"/>
              </a:buClr>
              <a:buSzPts val="2800"/>
              <a:buNone/>
              <a:defRPr sz="2800">
                <a:solidFill>
                  <a:srgbClr val="2E50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6" name="Google Shape;286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D8D8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ext " showMasterSp="0">
  <p:cSld name="Title with Text 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64"/>
          <p:cNvSpPr txBox="1"/>
          <p:nvPr>
            <p:ph type="title"/>
          </p:nvPr>
        </p:nvSpPr>
        <p:spPr>
          <a:xfrm>
            <a:off x="414867" y="3200400"/>
            <a:ext cx="7010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64"/>
          <p:cNvSpPr txBox="1"/>
          <p:nvPr>
            <p:ph idx="1" type="body"/>
          </p:nvPr>
        </p:nvSpPr>
        <p:spPr>
          <a:xfrm>
            <a:off x="4648200" y="66478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  <a:defRPr b="1" sz="18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9" name="Google Shape;299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6"/>
          <p:cNvSpPr txBox="1"/>
          <p:nvPr>
            <p:ph type="title"/>
          </p:nvPr>
        </p:nvSpPr>
        <p:spPr>
          <a:xfrm>
            <a:off x="228600" y="609600"/>
            <a:ext cx="3008313" cy="8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66"/>
          <p:cNvSpPr txBox="1"/>
          <p:nvPr>
            <p:ph idx="1" type="body"/>
          </p:nvPr>
        </p:nvSpPr>
        <p:spPr>
          <a:xfrm>
            <a:off x="3803650" y="609600"/>
            <a:ext cx="511175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>
                <a:solidFill>
                  <a:schemeClr val="lt1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–"/>
              <a:defRPr sz="2800">
                <a:solidFill>
                  <a:schemeClr val="lt1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>
                <a:solidFill>
                  <a:schemeClr val="lt1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 sz="2000">
                <a:solidFill>
                  <a:schemeClr val="lt1"/>
                </a:solidFill>
              </a:defRPr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11" name="Google Shape;311;p66"/>
          <p:cNvSpPr txBox="1"/>
          <p:nvPr>
            <p:ph idx="2" type="body"/>
          </p:nvPr>
        </p:nvSpPr>
        <p:spPr>
          <a:xfrm>
            <a:off x="228600" y="1435101"/>
            <a:ext cx="3008313" cy="3822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sz="1400">
                <a:solidFill>
                  <a:srgbClr val="5B5B5B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12" name="Google Shape;312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dia with Caption" showMasterSp="0">
  <p:cSld name="Media with Caption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8"/>
          <p:cNvSpPr txBox="1"/>
          <p:nvPr>
            <p:ph type="title"/>
          </p:nvPr>
        </p:nvSpPr>
        <p:spPr>
          <a:xfrm>
            <a:off x="606552" y="4800600"/>
            <a:ext cx="4809244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800">
                <a:solidFill>
                  <a:srgbClr val="D8D8D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68"/>
          <p:cNvSpPr/>
          <p:nvPr>
            <p:ph idx="2" type="media"/>
          </p:nvPr>
        </p:nvSpPr>
        <p:spPr>
          <a:xfrm>
            <a:off x="587022" y="838200"/>
            <a:ext cx="4873752" cy="3812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68"/>
          <p:cNvSpPr txBox="1"/>
          <p:nvPr>
            <p:ph idx="1" type="body"/>
          </p:nvPr>
        </p:nvSpPr>
        <p:spPr>
          <a:xfrm>
            <a:off x="5776863" y="838200"/>
            <a:ext cx="2819400" cy="4636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6" name="Google Shape;326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7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800">
                <a:solidFill>
                  <a:srgbClr val="D8D8D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7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70"/>
          <p:cNvSpPr txBox="1"/>
          <p:nvPr>
            <p:ph idx="1" type="body"/>
          </p:nvPr>
        </p:nvSpPr>
        <p:spPr>
          <a:xfrm>
            <a:off x="1792288" y="5562600"/>
            <a:ext cx="5486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40" name="Google Shape;340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showMasterSp="0">
  <p:cSld name="Title and Vertical Text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72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1" name="Google Shape;351;p72"/>
          <p:cNvSpPr txBox="1"/>
          <p:nvPr>
            <p:ph type="title"/>
          </p:nvPr>
        </p:nvSpPr>
        <p:spPr>
          <a:xfrm>
            <a:off x="0" y="414867"/>
            <a:ext cx="5029200" cy="4572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D8D8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74"/>
          <p:cNvSpPr txBox="1"/>
          <p:nvPr>
            <p:ph type="title"/>
          </p:nvPr>
        </p:nvSpPr>
        <p:spPr>
          <a:xfrm rot="5400000">
            <a:off x="38179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74"/>
          <p:cNvSpPr txBox="1"/>
          <p:nvPr>
            <p:ph idx="1" type="body"/>
          </p:nvPr>
        </p:nvSpPr>
        <p:spPr>
          <a:xfrm rot="5400000">
            <a:off x="84138" y="647701"/>
            <a:ext cx="5851525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4" name="Google Shape;364;p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7474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7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5.jpg"/><Relationship Id="rId3" Type="http://schemas.openxmlformats.org/officeDocument/2006/relationships/image" Target="../media/image22.jpg"/><Relationship Id="rId4" Type="http://schemas.openxmlformats.org/officeDocument/2006/relationships/image" Target="../media/image14.jpg"/><Relationship Id="rId5" Type="http://schemas.openxmlformats.org/officeDocument/2006/relationships/image" Target="../media/image9.jpg"/><Relationship Id="rId6" Type="http://schemas.openxmlformats.org/officeDocument/2006/relationships/slideLayout" Target="../slideLayouts/slideLayout1.xml"/><Relationship Id="rId7" Type="http://schemas.openxmlformats.org/officeDocument/2006/relationships/theme" Target="../theme/theme1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6.jpg"/><Relationship Id="rId2" Type="http://schemas.openxmlformats.org/officeDocument/2006/relationships/image" Target="../media/image7.jpg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0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6.jpg"/><Relationship Id="rId2" Type="http://schemas.openxmlformats.org/officeDocument/2006/relationships/image" Target="../media/image7.jpg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6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7.jpg"/><Relationship Id="rId2" Type="http://schemas.openxmlformats.org/officeDocument/2006/relationships/theme" Target="../theme/theme17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7.jpg"/><Relationship Id="rId2" Type="http://schemas.openxmlformats.org/officeDocument/2006/relationships/theme" Target="../theme/theme15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20.jpg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5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7.jpg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9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13.jpg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13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image" Target="../media/image19.jpg"/><Relationship Id="rId3" Type="http://schemas.openxmlformats.org/officeDocument/2006/relationships/slideLayout" Target="../slideLayouts/slideLayout7.xml"/><Relationship Id="rId4" Type="http://schemas.openxmlformats.org/officeDocument/2006/relationships/theme" Target="../theme/theme12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image" Target="../media/image18.jpg"/><Relationship Id="rId2" Type="http://schemas.openxmlformats.org/officeDocument/2006/relationships/slideLayout" Target="../slideLayouts/slideLayout8.xml"/><Relationship Id="rId3" Type="http://schemas.openxmlformats.org/officeDocument/2006/relationships/theme" Target="../theme/theme18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9.xml"/><Relationship Id="rId3" Type="http://schemas.openxmlformats.org/officeDocument/2006/relationships/theme" Target="../theme/theme19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jpg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8.xml"/></Relationships>
</file>

<file path=ppt/slideMasters/_rels/slideMaster13.xml.rels><?xml version="1.0" encoding="UTF-8" standalone="yes"?><Relationships xmlns="http://schemas.openxmlformats.org/package/2006/relationships"><Relationship Id="rId1" Type="http://schemas.openxmlformats.org/officeDocument/2006/relationships/image" Target="../media/image11.jp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10.xml"/></Relationships>
</file>

<file path=ppt/slideMasters/_rels/slideMaster14.xml.rels><?xml version="1.0" encoding="UTF-8" standalone="yes"?><Relationships xmlns="http://schemas.openxmlformats.org/package/2006/relationships"><Relationship Id="rId1" Type="http://schemas.openxmlformats.org/officeDocument/2006/relationships/image" Target="../media/image11.jpg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9.xml"/></Relationships>
</file>

<file path=ppt/slideMasters/_rels/slideMaster15.xml.rels><?xml version="1.0" encoding="UTF-8" standalone="yes"?><Relationships xmlns="http://schemas.openxmlformats.org/package/2006/relationships"><Relationship Id="rId1" Type="http://schemas.openxmlformats.org/officeDocument/2006/relationships/image" Target="../media/image23.jpg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2.xml"/></Relationships>
</file>

<file path=ppt/slideMasters/_rels/slideMaster16.xml.rels><?xml version="1.0" encoding="UTF-8" standalone="yes"?><Relationships xmlns="http://schemas.openxmlformats.org/package/2006/relationships"><Relationship Id="rId1" Type="http://schemas.openxmlformats.org/officeDocument/2006/relationships/image" Target="../media/image24.jpg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7.xml"/></Relationships>
</file>

<file path=ppt/slideMasters/_rels/slideMaster17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5.jpg"/><Relationship Id="rId3" Type="http://schemas.openxmlformats.org/officeDocument/2006/relationships/image" Target="../media/image22.jpg"/><Relationship Id="rId4" Type="http://schemas.openxmlformats.org/officeDocument/2006/relationships/image" Target="../media/image14.jpg"/><Relationship Id="rId5" Type="http://schemas.openxmlformats.org/officeDocument/2006/relationships/image" Target="../media/image9.jpg"/><Relationship Id="rId6" Type="http://schemas.openxmlformats.org/officeDocument/2006/relationships/slideLayout" Target="../slideLayouts/slideLayout15.xml"/><Relationship Id="rId7" Type="http://schemas.openxmlformats.org/officeDocument/2006/relationships/theme" Target="../theme/theme28.xml"/></Relationships>
</file>

<file path=ppt/slideMasters/_rels/slideMaster18.xml.rels><?xml version="1.0" encoding="UTF-8" standalone="yes"?><Relationships xmlns="http://schemas.openxmlformats.org/package/2006/relationships"><Relationship Id="rId1" Type="http://schemas.openxmlformats.org/officeDocument/2006/relationships/image" Target="../media/image20.jpg"/><Relationship Id="rId2" Type="http://schemas.openxmlformats.org/officeDocument/2006/relationships/slideLayout" Target="../slideLayouts/slideLayout16.xml"/><Relationship Id="rId3" Type="http://schemas.openxmlformats.org/officeDocument/2006/relationships/theme" Target="../theme/theme1.xml"/></Relationships>
</file>

<file path=ppt/slideMasters/_rels/slideMaster19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7.jpg"/><Relationship Id="rId3" Type="http://schemas.openxmlformats.org/officeDocument/2006/relationships/slideLayout" Target="../slideLayouts/slideLayout17.xml"/><Relationship Id="rId4" Type="http://schemas.openxmlformats.org/officeDocument/2006/relationships/theme" Target="../theme/theme25.xml"/></Relationships>
</file>

<file path=ppt/slideMasters/_rels/slideMaster20.xml.rels><?xml version="1.0" encoding="UTF-8" standalone="yes"?><Relationships xmlns="http://schemas.openxmlformats.org/package/2006/relationships"><Relationship Id="rId1" Type="http://schemas.openxmlformats.org/officeDocument/2006/relationships/image" Target="../media/image13.jpg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23.xml"/></Relationships>
</file>

<file path=ppt/slideMasters/_rels/slideMaster2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image" Target="../media/image19.jpg"/><Relationship Id="rId3" Type="http://schemas.openxmlformats.org/officeDocument/2006/relationships/slideLayout" Target="../slideLayouts/slideLayout19.xml"/><Relationship Id="rId4" Type="http://schemas.openxmlformats.org/officeDocument/2006/relationships/theme" Target="../theme/theme27.xml"/></Relationships>
</file>

<file path=ppt/slideMasters/_rels/slideMaster22.xml.rels><?xml version="1.0" encoding="UTF-8" standalone="yes"?><Relationships xmlns="http://schemas.openxmlformats.org/package/2006/relationships"><Relationship Id="rId1" Type="http://schemas.openxmlformats.org/officeDocument/2006/relationships/image" Target="../media/image18.jpg"/><Relationship Id="rId2" Type="http://schemas.openxmlformats.org/officeDocument/2006/relationships/slideLayout" Target="../slideLayouts/slideLayout20.xml"/><Relationship Id="rId3" Type="http://schemas.openxmlformats.org/officeDocument/2006/relationships/theme" Target="../theme/theme2.xml"/></Relationships>
</file>

<file path=ppt/slideMasters/_rels/slideMaster23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21.xml"/><Relationship Id="rId3" Type="http://schemas.openxmlformats.org/officeDocument/2006/relationships/theme" Target="../theme/theme24.xml"/></Relationships>
</file>

<file path=ppt/slideMasters/_rels/slideMaster24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jpg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25.xml.rels><?xml version="1.0" encoding="UTF-8" standalone="yes"?><Relationships xmlns="http://schemas.openxmlformats.org/package/2006/relationships"><Relationship Id="rId1" Type="http://schemas.openxmlformats.org/officeDocument/2006/relationships/image" Target="../media/image11.jpg"/><Relationship Id="rId2" Type="http://schemas.openxmlformats.org/officeDocument/2006/relationships/slideLayout" Target="../slideLayouts/slideLayout23.xml"/><Relationship Id="rId3" Type="http://schemas.openxmlformats.org/officeDocument/2006/relationships/theme" Target="../theme/theme14.xml"/></Relationships>
</file>

<file path=ppt/slideMasters/_rels/slideMaster26.xml.rels><?xml version="1.0" encoding="UTF-8" standalone="yes"?><Relationships xmlns="http://schemas.openxmlformats.org/package/2006/relationships"><Relationship Id="rId1" Type="http://schemas.openxmlformats.org/officeDocument/2006/relationships/image" Target="../media/image11.jpg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21.xml"/></Relationships>
</file>

<file path=ppt/slideMasters/_rels/slideMaster27.xml.rels><?xml version="1.0" encoding="UTF-8" standalone="yes"?><Relationships xmlns="http://schemas.openxmlformats.org/package/2006/relationships"><Relationship Id="rId1" Type="http://schemas.openxmlformats.org/officeDocument/2006/relationships/image" Target="../media/image23.jpg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11.xml"/></Relationships>
</file>

<file path=ppt/slideMasters/_rels/slideMaster28.xml.rels><?xml version="1.0" encoding="UTF-8" standalone="yes"?><Relationships xmlns="http://schemas.openxmlformats.org/package/2006/relationships"><Relationship Id="rId1" Type="http://schemas.openxmlformats.org/officeDocument/2006/relationships/image" Target="../media/image24.jpg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0637" y="20637"/>
            <a:ext cx="3498850" cy="282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03612" y="20637"/>
            <a:ext cx="5624512" cy="282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7" y="2817812"/>
            <a:ext cx="7669212" cy="2297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2862" y="2819400"/>
            <a:ext cx="1460500" cy="2293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37" y="5089525"/>
            <a:ext cx="9097962" cy="173831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1"/>
          <p:cNvSpPr txBox="1"/>
          <p:nvPr/>
        </p:nvSpPr>
        <p:spPr>
          <a:xfrm>
            <a:off x="8755062" y="2470150"/>
            <a:ext cx="304800" cy="152400"/>
          </a:xfrm>
          <a:prstGeom prst="rect">
            <a:avLst/>
          </a:prstGeom>
          <a:solidFill>
            <a:srgbClr val="F274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23"/>
          <p:cNvPicPr preferRelativeResize="0"/>
          <p:nvPr/>
        </p:nvPicPr>
        <p:blipFill rotWithShape="1">
          <a:blip r:embed="rId2">
            <a:alphaModFix/>
          </a:blip>
          <a:srcRect b="5261" l="2598" r="5873" t="0"/>
          <a:stretch/>
        </p:blipFill>
        <p:spPr>
          <a:xfrm>
            <a:off x="3175" y="5867400"/>
            <a:ext cx="9144000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25"/>
          <p:cNvPicPr preferRelativeResize="0"/>
          <p:nvPr/>
        </p:nvPicPr>
        <p:blipFill rotWithShape="1">
          <a:blip r:embed="rId2">
            <a:alphaModFix/>
          </a:blip>
          <a:srcRect b="5261" l="2598" r="5873" t="0"/>
          <a:stretch/>
        </p:blipFill>
        <p:spPr>
          <a:xfrm>
            <a:off x="3175" y="5867400"/>
            <a:ext cx="9144000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27"/>
          <p:cNvPicPr preferRelativeResize="0"/>
          <p:nvPr/>
        </p:nvPicPr>
        <p:blipFill rotWithShape="1">
          <a:blip r:embed="rId1">
            <a:alphaModFix/>
          </a:blip>
          <a:srcRect b="5261" l="2598" r="5873" t="0"/>
          <a:stretch/>
        </p:blipFill>
        <p:spPr>
          <a:xfrm>
            <a:off x="3175" y="5867400"/>
            <a:ext cx="9144000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28"/>
          <p:cNvPicPr preferRelativeResize="0"/>
          <p:nvPr/>
        </p:nvPicPr>
        <p:blipFill rotWithShape="1">
          <a:blip r:embed="rId1">
            <a:alphaModFix/>
          </a:blip>
          <a:srcRect b="5261" l="2598" r="5873" t="0"/>
          <a:stretch/>
        </p:blipFill>
        <p:spPr>
          <a:xfrm>
            <a:off x="3175" y="5867400"/>
            <a:ext cx="9144000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9"/>
          <p:cNvSpPr/>
          <p:nvPr/>
        </p:nvSpPr>
        <p:spPr>
          <a:xfrm>
            <a:off x="762000" y="1946209"/>
            <a:ext cx="2057400" cy="2057400"/>
          </a:xfrm>
          <a:prstGeom prst="ellipse">
            <a:avLst/>
          </a:prstGeom>
          <a:gradFill>
            <a:gsLst>
              <a:gs pos="0">
                <a:srgbClr val="F39C29"/>
              </a:gs>
              <a:gs pos="50000">
                <a:srgbClr val="F7931D"/>
              </a:gs>
              <a:gs pos="100000">
                <a:srgbClr val="FF66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2400" sx="90000" rotWithShape="0" dir="5400000" dist="165100" sy="-190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/>
          </a:p>
        </p:txBody>
      </p:sp>
      <p:sp>
        <p:nvSpPr>
          <p:cNvPr id="69" name="Google Shape;69;p29"/>
          <p:cNvSpPr txBox="1"/>
          <p:nvPr/>
        </p:nvSpPr>
        <p:spPr>
          <a:xfrm>
            <a:off x="8686800" y="5265737"/>
            <a:ext cx="457200" cy="96837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endParaRPr/>
          </a:p>
        </p:txBody>
      </p:sp>
      <p:sp>
        <p:nvSpPr>
          <p:cNvPr id="70" name="Google Shape;70;p29"/>
          <p:cNvSpPr/>
          <p:nvPr/>
        </p:nvSpPr>
        <p:spPr>
          <a:xfrm>
            <a:off x="1007328" y="1992354"/>
            <a:ext cx="1583472" cy="1295400"/>
          </a:xfrm>
          <a:prstGeom prst="ellipse">
            <a:avLst/>
          </a:prstGeom>
          <a:gradFill>
            <a:gsLst>
              <a:gs pos="0">
                <a:srgbClr val="FFFFFF">
                  <a:alpha val="6666"/>
                </a:srgbClr>
              </a:gs>
              <a:gs pos="63000">
                <a:srgbClr val="FFFFFF">
                  <a:alpha val="6666"/>
                </a:srgbClr>
              </a:gs>
              <a:gs pos="72000">
                <a:srgbClr val="FFFFFF">
                  <a:alpha val="14901"/>
                </a:srgbClr>
              </a:gs>
              <a:gs pos="91000">
                <a:srgbClr val="FFFFFF">
                  <a:alpha val="27843"/>
                </a:srgbClr>
              </a:gs>
              <a:gs pos="100000">
                <a:srgbClr val="FFFFFF">
                  <a:alpha val="27843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sp>
        <p:nvSpPr>
          <p:cNvPr id="71" name="Google Shape;71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2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31"/>
          <p:cNvPicPr preferRelativeResize="0"/>
          <p:nvPr/>
        </p:nvPicPr>
        <p:blipFill rotWithShape="1">
          <a:blip r:embed="rId2">
            <a:alphaModFix/>
          </a:blip>
          <a:srcRect b="5261" l="2598" r="5873" t="0"/>
          <a:stretch/>
        </p:blipFill>
        <p:spPr>
          <a:xfrm>
            <a:off x="3175" y="5867400"/>
            <a:ext cx="9144000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3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3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762000"/>
            <a:ext cx="244475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3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" name="Google Shape;120;p3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" name="Google Shape;12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2"/>
  </p:sldLayoutIdLst>
  <p:transition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9"/>
          <p:cNvSpPr/>
          <p:nvPr/>
        </p:nvSpPr>
        <p:spPr>
          <a:xfrm>
            <a:off x="0" y="2895600"/>
            <a:ext cx="7543800" cy="2133600"/>
          </a:xfrm>
          <a:prstGeom prst="rect">
            <a:avLst/>
          </a:prstGeom>
          <a:gradFill>
            <a:gsLst>
              <a:gs pos="0">
                <a:srgbClr val="464646">
                  <a:alpha val="48627"/>
                </a:srgbClr>
              </a:gs>
              <a:gs pos="63000">
                <a:srgbClr val="464646">
                  <a:alpha val="48627"/>
                </a:srgbClr>
              </a:gs>
              <a:gs pos="100000">
                <a:srgbClr val="303030">
                  <a:alpha val="5568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3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" name="Google Shape;136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2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4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3"/>
          <p:cNvSpPr txBox="1"/>
          <p:nvPr/>
        </p:nvSpPr>
        <p:spPr>
          <a:xfrm>
            <a:off x="595312" y="4800600"/>
            <a:ext cx="4873625" cy="685800"/>
          </a:xfrm>
          <a:prstGeom prst="rect">
            <a:avLst/>
          </a:prstGeom>
          <a:solidFill>
            <a:srgbClr val="313131">
              <a:alpha val="5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4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</p:sldLayoutIdLst>
  <p:transition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5"/>
          <p:cNvSpPr txBox="1"/>
          <p:nvPr/>
        </p:nvSpPr>
        <p:spPr>
          <a:xfrm>
            <a:off x="1792287" y="4800600"/>
            <a:ext cx="5500687" cy="685800"/>
          </a:xfrm>
          <a:prstGeom prst="rect">
            <a:avLst/>
          </a:prstGeom>
          <a:solidFill>
            <a:srgbClr val="313131">
              <a:alpha val="5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4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b="0" i="0" sz="1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6" name="Google Shape;186;p4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7" name="Google Shape;187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8" name="Google Shape;188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9" name="Google Shape;189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8" name="Google Shape;198;p4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9" name="Google Shape;199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0" name="Google Shape;200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1" name="Google Shape;201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5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0637" y="20637"/>
            <a:ext cx="3498850" cy="282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03612" y="20637"/>
            <a:ext cx="5624512" cy="282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7" y="2817812"/>
            <a:ext cx="7669212" cy="2297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2862" y="2819400"/>
            <a:ext cx="1460500" cy="2293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37" y="5089525"/>
            <a:ext cx="9097962" cy="173831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1"/>
          <p:cNvSpPr txBox="1"/>
          <p:nvPr/>
        </p:nvSpPr>
        <p:spPr>
          <a:xfrm>
            <a:off x="8755062" y="2470150"/>
            <a:ext cx="304800" cy="152400"/>
          </a:xfrm>
          <a:prstGeom prst="rect">
            <a:avLst/>
          </a:prstGeom>
          <a:solidFill>
            <a:srgbClr val="F274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6" name="Google Shape;216;p5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7" name="Google Shape;217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8" name="Google Shape;218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9" name="Google Shape;219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3"/>
          <p:cNvSpPr/>
          <p:nvPr/>
        </p:nvSpPr>
        <p:spPr>
          <a:xfrm>
            <a:off x="762000" y="1946209"/>
            <a:ext cx="2057400" cy="2057400"/>
          </a:xfrm>
          <a:prstGeom prst="ellipse">
            <a:avLst/>
          </a:prstGeom>
          <a:gradFill>
            <a:gsLst>
              <a:gs pos="0">
                <a:srgbClr val="F39C29"/>
              </a:gs>
              <a:gs pos="50000">
                <a:srgbClr val="F7931D"/>
              </a:gs>
              <a:gs pos="100000">
                <a:srgbClr val="FF66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2400" sx="90000" rotWithShape="0" dir="5400000" dist="165100" sy="-19000">
              <a:srgbClr val="000000">
                <a:alpha val="1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/>
          </a:p>
        </p:txBody>
      </p:sp>
      <p:sp>
        <p:nvSpPr>
          <p:cNvPr id="228" name="Google Shape;228;p53"/>
          <p:cNvSpPr txBox="1"/>
          <p:nvPr/>
        </p:nvSpPr>
        <p:spPr>
          <a:xfrm>
            <a:off x="8686800" y="5265737"/>
            <a:ext cx="457200" cy="96837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endParaRPr/>
          </a:p>
        </p:txBody>
      </p:sp>
      <p:sp>
        <p:nvSpPr>
          <p:cNvPr id="229" name="Google Shape;229;p53"/>
          <p:cNvSpPr/>
          <p:nvPr/>
        </p:nvSpPr>
        <p:spPr>
          <a:xfrm>
            <a:off x="1007328" y="1992354"/>
            <a:ext cx="1583472" cy="1295400"/>
          </a:xfrm>
          <a:prstGeom prst="ellipse">
            <a:avLst/>
          </a:prstGeom>
          <a:gradFill>
            <a:gsLst>
              <a:gs pos="0">
                <a:srgbClr val="FFFFFF">
                  <a:alpha val="6666"/>
                </a:srgbClr>
              </a:gs>
              <a:gs pos="63000">
                <a:srgbClr val="FFFFFF">
                  <a:alpha val="6666"/>
                </a:srgbClr>
              </a:gs>
              <a:gs pos="72000">
                <a:srgbClr val="FFFFFF">
                  <a:alpha val="14901"/>
                </a:srgbClr>
              </a:gs>
              <a:gs pos="91000">
                <a:srgbClr val="FFFFFF">
                  <a:alpha val="27843"/>
                </a:srgbClr>
              </a:gs>
              <a:gs pos="100000">
                <a:srgbClr val="FFFFFF">
                  <a:alpha val="27843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sp>
        <p:nvSpPr>
          <p:cNvPr id="230" name="Google Shape;230;p5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1" name="Google Shape;231;p5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2" name="Google Shape;232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55"/>
          <p:cNvPicPr preferRelativeResize="0"/>
          <p:nvPr/>
        </p:nvPicPr>
        <p:blipFill rotWithShape="1">
          <a:blip r:embed="rId2">
            <a:alphaModFix/>
          </a:blip>
          <a:srcRect b="5261" l="2598" r="5873" t="0"/>
          <a:stretch/>
        </p:blipFill>
        <p:spPr>
          <a:xfrm>
            <a:off x="3175" y="5867400"/>
            <a:ext cx="9144000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2" name="Google Shape;242;p5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3" name="Google Shape;243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4" name="Google Shape;244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5" name="Google Shape;245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4" name="Google Shape;254;p5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5" name="Google Shape;255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6" name="Google Shape;256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7" name="Google Shape;257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762000"/>
            <a:ext cx="244475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5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8" name="Google Shape;268;p5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9" name="Google Shape;269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0" name="Google Shape;270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1" name="Google Shape;271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9" name="Google Shape;279;p6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0" name="Google Shape;280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1" name="Google Shape;281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2" name="Google Shape;282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9" r:id="rId2"/>
  </p:sldLayoutIdLst>
  <p:transition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3"/>
          <p:cNvSpPr/>
          <p:nvPr/>
        </p:nvSpPr>
        <p:spPr>
          <a:xfrm>
            <a:off x="0" y="2895600"/>
            <a:ext cx="7543800" cy="2133600"/>
          </a:xfrm>
          <a:prstGeom prst="rect">
            <a:avLst/>
          </a:prstGeom>
          <a:gradFill>
            <a:gsLst>
              <a:gs pos="0">
                <a:srgbClr val="464646">
                  <a:alpha val="48627"/>
                </a:srgbClr>
              </a:gs>
              <a:gs pos="63000">
                <a:srgbClr val="464646">
                  <a:alpha val="48627"/>
                </a:srgbClr>
              </a:gs>
              <a:gs pos="100000">
                <a:srgbClr val="303030">
                  <a:alpha val="55686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6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4" name="Google Shape;294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5" name="Google Shape;295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1" r:id="rId2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6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5" name="Google Shape;305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6" name="Google Shape;306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7" name="Google Shape;307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7"/>
          <p:cNvSpPr txBox="1"/>
          <p:nvPr/>
        </p:nvSpPr>
        <p:spPr>
          <a:xfrm>
            <a:off x="595312" y="4800600"/>
            <a:ext cx="4873625" cy="685800"/>
          </a:xfrm>
          <a:prstGeom prst="rect">
            <a:avLst/>
          </a:prstGeom>
          <a:solidFill>
            <a:srgbClr val="313131">
              <a:alpha val="5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8" name="Google Shape;318;p6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9" name="Google Shape;319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0" name="Google Shape;320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1" name="Google Shape;321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5" r:id="rId2"/>
  </p:sldLayoutIdLst>
  <p:transition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9"/>
          <p:cNvSpPr txBox="1"/>
          <p:nvPr/>
        </p:nvSpPr>
        <p:spPr>
          <a:xfrm>
            <a:off x="1792287" y="4800600"/>
            <a:ext cx="5500687" cy="685800"/>
          </a:xfrm>
          <a:prstGeom prst="rect">
            <a:avLst/>
          </a:prstGeom>
          <a:solidFill>
            <a:srgbClr val="313131">
              <a:alpha val="5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2" name="Google Shape;332;p6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3" name="Google Shape;333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b="0" i="0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5" name="Google Shape;345;p7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6" name="Google Shape;346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7" name="Google Shape;347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8" name="Google Shape;348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Calibri"/>
              <a:buNone/>
              <a:defRPr b="0" i="0" sz="1200" u="none">
                <a:solidFill>
                  <a:srgbClr val="8D8D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7" name="Google Shape;357;p7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8" name="Google Shape;358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9" name="Google Shape;359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0" name="Google Shape;360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1200"/>
              <a:buFont typeface="Calibri"/>
              <a:buNone/>
              <a:defRPr b="0" i="0" sz="1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31.png"/><Relationship Id="rId7" Type="http://schemas.openxmlformats.org/officeDocument/2006/relationships/image" Target="../media/image2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Relationship Id="rId4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Relationship Id="rId4" Type="http://schemas.openxmlformats.org/officeDocument/2006/relationships/image" Target="../media/image26.png"/><Relationship Id="rId5" Type="http://schemas.openxmlformats.org/officeDocument/2006/relationships/image" Target="../media/image27.jpg"/><Relationship Id="rId6" Type="http://schemas.openxmlformats.org/officeDocument/2006/relationships/image" Target="../media/image2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Relationship Id="rId4" Type="http://schemas.openxmlformats.org/officeDocument/2006/relationships/image" Target="../media/image26.png"/><Relationship Id="rId5" Type="http://schemas.openxmlformats.org/officeDocument/2006/relationships/image" Target="../media/image3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Relationship Id="rId4" Type="http://schemas.openxmlformats.org/officeDocument/2006/relationships/image" Target="../media/image26.png"/><Relationship Id="rId5" Type="http://schemas.openxmlformats.org/officeDocument/2006/relationships/image" Target="../media/image3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Relationship Id="rId4" Type="http://schemas.openxmlformats.org/officeDocument/2006/relationships/image" Target="../media/image26.png"/><Relationship Id="rId5" Type="http://schemas.openxmlformats.org/officeDocument/2006/relationships/image" Target="../media/image32.jpg"/><Relationship Id="rId6" Type="http://schemas.openxmlformats.org/officeDocument/2006/relationships/image" Target="../media/image4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26.png"/><Relationship Id="rId5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Relationship Id="rId6" Type="http://schemas.openxmlformats.org/officeDocument/2006/relationships/image" Target="../media/image36.png"/><Relationship Id="rId7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png"/><Relationship Id="rId4" Type="http://schemas.openxmlformats.org/officeDocument/2006/relationships/image" Target="../media/image36.png"/><Relationship Id="rId5" Type="http://schemas.openxmlformats.org/officeDocument/2006/relationships/image" Target="../media/image34.png"/><Relationship Id="rId6" Type="http://schemas.openxmlformats.org/officeDocument/2006/relationships/image" Target="../media/image42.png"/><Relationship Id="rId7" Type="http://schemas.openxmlformats.org/officeDocument/2006/relationships/image" Target="../media/image40.png"/><Relationship Id="rId8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"/>
          <p:cNvSpPr txBox="1"/>
          <p:nvPr>
            <p:ph idx="1" type="body"/>
          </p:nvPr>
        </p:nvSpPr>
        <p:spPr>
          <a:xfrm>
            <a:off x="3733800" y="1316037"/>
            <a:ext cx="4953000" cy="1416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342900" lvl="0" marL="3429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2200"/>
              <a:buNone/>
            </a:pPr>
            <a:r>
              <a:rPr b="1" i="0" lang="en-US" sz="2200" u="none">
                <a:solidFill>
                  <a:srgbClr val="5C5C5C"/>
                </a:solidFill>
                <a:latin typeface="Calibri"/>
                <a:ea typeface="Calibri"/>
                <a:cs typeface="Calibri"/>
                <a:sym typeface="Calibri"/>
              </a:rPr>
              <a:t>Chapter No. : 1</a:t>
            </a:r>
            <a:endParaRPr/>
          </a:p>
        </p:txBody>
      </p:sp>
      <p:sp>
        <p:nvSpPr>
          <p:cNvPr id="373" name="Google Shape;373;p1"/>
          <p:cNvSpPr txBox="1"/>
          <p:nvPr>
            <p:ph type="title"/>
          </p:nvPr>
        </p:nvSpPr>
        <p:spPr>
          <a:xfrm>
            <a:off x="228600" y="3048000"/>
            <a:ext cx="7239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 to Java</a:t>
            </a:r>
            <a:endParaRPr/>
          </a:p>
        </p:txBody>
      </p:sp>
      <p:graphicFrame>
        <p:nvGraphicFramePr>
          <p:cNvPr id="374" name="Google Shape;374;p1"/>
          <p:cNvGraphicFramePr/>
          <p:nvPr/>
        </p:nvGraphicFramePr>
        <p:xfrm>
          <a:off x="4619625" y="3397250"/>
          <a:ext cx="28575" cy="28575"/>
        </p:xfrm>
        <a:graphic>
          <a:graphicData uri="http://schemas.openxmlformats.org/presentationml/2006/ole">
            <mc:AlternateContent>
              <mc:Choice Requires="v">
                <p:oleObj r:id="rId4" imgH="28575" imgW="28575" spid="_x0000_s1">
                  <p:embed/>
                </p:oleObj>
              </mc:Choice>
              <mc:Fallback>
                <p:oleObj r:id="rId5" imgH="28575" imgW="28575">
                  <p:embed/>
                  <p:pic>
                    <p:nvPicPr>
                      <p:cNvPr id="374" name="Google Shape;374;p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619625" y="3397250"/>
                        <a:ext cx="28575" cy="2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descr="kle-tech-logo.png" id="375" name="Google Shape;375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17950" y="381000"/>
            <a:ext cx="4692650" cy="1100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"/>
          <p:cNvSpPr txBox="1"/>
          <p:nvPr/>
        </p:nvSpPr>
        <p:spPr>
          <a:xfrm>
            <a:off x="228600" y="9906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java object oriented programming concepts</a:t>
            </a:r>
            <a:endParaRPr b="0" i="0" sz="2400" u="none">
              <a:solidFill>
                <a:srgbClr val="FF66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java platform features</a:t>
            </a:r>
            <a:endParaRPr/>
          </a:p>
          <a:p>
            <a:pPr indent="-457200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primitive data types in Java</a:t>
            </a:r>
            <a:endParaRPr/>
          </a:p>
          <a:p>
            <a:pPr indent="-457200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java programs using arrays and strings</a:t>
            </a:r>
            <a:endParaRPr/>
          </a:p>
          <a:p>
            <a:pPr indent="-457200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 and draw class diagrams using UML notations for the given scenario</a:t>
            </a:r>
            <a:endParaRPr/>
          </a:p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400"/>
              <a:buFont typeface="Calibri"/>
              <a:buNone/>
            </a:pPr>
            <a:r>
              <a:rPr b="1" i="1" lang="en-US" sz="2400" u="non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PS : These topics are primitive steps in understanding Object Oriented Programming.</a:t>
            </a:r>
            <a:endParaRPr/>
          </a:p>
        </p:txBody>
      </p:sp>
      <p:grpSp>
        <p:nvGrpSpPr>
          <p:cNvPr id="382" name="Google Shape;382;p2"/>
          <p:cNvGrpSpPr/>
          <p:nvPr/>
        </p:nvGrpSpPr>
        <p:grpSpPr>
          <a:xfrm>
            <a:off x="-76200" y="6515100"/>
            <a:ext cx="9296400" cy="342900"/>
            <a:chOff x="-76200" y="6515100"/>
            <a:chExt cx="9296400" cy="342900"/>
          </a:xfrm>
        </p:grpSpPr>
        <p:cxnSp>
          <p:nvCxnSpPr>
            <p:cNvPr id="383" name="Google Shape;383;p2"/>
            <p:cNvCxnSpPr/>
            <p:nvPr/>
          </p:nvCxnSpPr>
          <p:spPr>
            <a:xfrm>
              <a:off x="-76200" y="6553200"/>
              <a:ext cx="92964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none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384" name="Google Shape;384;p2"/>
            <p:cNvSpPr txBox="1"/>
            <p:nvPr/>
          </p:nvSpPr>
          <p:spPr>
            <a:xfrm>
              <a:off x="381000" y="6515100"/>
              <a:ext cx="8402638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&amp; Engineering</a:t>
              </a:r>
              <a:endParaRPr/>
            </a:p>
          </p:txBody>
        </p:sp>
      </p:grpSp>
      <p:sp>
        <p:nvSpPr>
          <p:cNvPr id="385" name="Google Shape;385;p2"/>
          <p:cNvSpPr txBox="1"/>
          <p:nvPr>
            <p:ph type="title"/>
          </p:nvPr>
        </p:nvSpPr>
        <p:spPr>
          <a:xfrm>
            <a:off x="914400" y="76200"/>
            <a:ext cx="792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Topic Learning Outcomes</a:t>
            </a:r>
            <a:endParaRPr/>
          </a:p>
        </p:txBody>
      </p:sp>
      <p:pic>
        <p:nvPicPr>
          <p:cNvPr descr="kle-tech-logo.png" id="386" name="Google Shape;386;p2"/>
          <p:cNvPicPr preferRelativeResize="0"/>
          <p:nvPr/>
        </p:nvPicPr>
        <p:blipFill rotWithShape="1">
          <a:blip r:embed="rId4">
            <a:alphaModFix/>
          </a:blip>
          <a:srcRect b="0" l="0" r="75985" t="0"/>
          <a:stretch/>
        </p:blipFill>
        <p:spPr>
          <a:xfrm>
            <a:off x="93662" y="109537"/>
            <a:ext cx="636587" cy="62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"/>
          <p:cNvSpPr txBox="1"/>
          <p:nvPr/>
        </p:nvSpPr>
        <p:spPr>
          <a:xfrm>
            <a:off x="228600" y="9906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invention of the microprocessor revolutionized computers</a:t>
            </a:r>
            <a:endParaRPr/>
          </a:p>
        </p:txBody>
      </p:sp>
      <p:grpSp>
        <p:nvGrpSpPr>
          <p:cNvPr id="393" name="Google Shape;393;p3"/>
          <p:cNvGrpSpPr/>
          <p:nvPr/>
        </p:nvGrpSpPr>
        <p:grpSpPr>
          <a:xfrm>
            <a:off x="-76200" y="6515100"/>
            <a:ext cx="9296400" cy="342900"/>
            <a:chOff x="-76200" y="6515100"/>
            <a:chExt cx="9296400" cy="342900"/>
          </a:xfrm>
        </p:grpSpPr>
        <p:cxnSp>
          <p:nvCxnSpPr>
            <p:cNvPr id="394" name="Google Shape;394;p3"/>
            <p:cNvCxnSpPr/>
            <p:nvPr/>
          </p:nvCxnSpPr>
          <p:spPr>
            <a:xfrm>
              <a:off x="-76200" y="6553200"/>
              <a:ext cx="92964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none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395" name="Google Shape;395;p3"/>
            <p:cNvSpPr txBox="1"/>
            <p:nvPr/>
          </p:nvSpPr>
          <p:spPr>
            <a:xfrm>
              <a:off x="381000" y="6515100"/>
              <a:ext cx="8402638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&amp; Engineering</a:t>
              </a:r>
              <a:endParaRPr/>
            </a:p>
          </p:txBody>
        </p:sp>
      </p:grpSp>
      <p:sp>
        <p:nvSpPr>
          <p:cNvPr id="396" name="Google Shape;396;p3"/>
          <p:cNvSpPr txBox="1"/>
          <p:nvPr>
            <p:ph type="title"/>
          </p:nvPr>
        </p:nvSpPr>
        <p:spPr>
          <a:xfrm>
            <a:off x="914400" y="76200"/>
            <a:ext cx="792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Java History</a:t>
            </a:r>
            <a:endParaRPr/>
          </a:p>
        </p:txBody>
      </p:sp>
      <p:pic>
        <p:nvPicPr>
          <p:cNvPr descr="kle-tech-logo.png" id="397" name="Google Shape;397;p3"/>
          <p:cNvPicPr preferRelativeResize="0"/>
          <p:nvPr/>
        </p:nvPicPr>
        <p:blipFill rotWithShape="1">
          <a:blip r:embed="rId4">
            <a:alphaModFix/>
          </a:blip>
          <a:srcRect b="0" l="0" r="75985" t="0"/>
          <a:stretch/>
        </p:blipFill>
        <p:spPr>
          <a:xfrm>
            <a:off x="93662" y="109537"/>
            <a:ext cx="636587" cy="620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004" id="398" name="Google Shape;398;p3"/>
          <p:cNvPicPr preferRelativeResize="0"/>
          <p:nvPr/>
        </p:nvPicPr>
        <p:blipFill rotWithShape="1">
          <a:blip r:embed="rId5">
            <a:alphaModFix/>
          </a:blip>
          <a:srcRect b="5341" l="7820" r="10919" t="7595"/>
          <a:stretch/>
        </p:blipFill>
        <p:spPr>
          <a:xfrm>
            <a:off x="762000" y="1676400"/>
            <a:ext cx="2663825" cy="235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t" id="399" name="Google Shape;399;p3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0" y="1600200"/>
            <a:ext cx="3559175" cy="4141787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"/>
          <p:cNvSpPr txBox="1"/>
          <p:nvPr/>
        </p:nvSpPr>
        <p:spPr>
          <a:xfrm>
            <a:off x="1104900" y="4038600"/>
            <a:ext cx="26289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 microprocessor</a:t>
            </a:r>
            <a:endParaRPr/>
          </a:p>
        </p:txBody>
      </p:sp>
      <p:sp>
        <p:nvSpPr>
          <p:cNvPr id="401" name="Google Shape;401;p3"/>
          <p:cNvSpPr txBox="1"/>
          <p:nvPr/>
        </p:nvSpPr>
        <p:spPr>
          <a:xfrm>
            <a:off x="4914900" y="5842000"/>
            <a:ext cx="35433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Commodore Pet microcomputer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"/>
          <p:cNvSpPr txBox="1"/>
          <p:nvPr/>
        </p:nvSpPr>
        <p:spPr>
          <a:xfrm>
            <a:off x="228600" y="9906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was believed that the logical next step for microprocessors was to have them run intelligent consumer electronics</a:t>
            </a:r>
            <a:endParaRPr/>
          </a:p>
        </p:txBody>
      </p:sp>
      <p:grpSp>
        <p:nvGrpSpPr>
          <p:cNvPr id="408" name="Google Shape;408;p4"/>
          <p:cNvGrpSpPr/>
          <p:nvPr/>
        </p:nvGrpSpPr>
        <p:grpSpPr>
          <a:xfrm>
            <a:off x="-76200" y="6515100"/>
            <a:ext cx="9296400" cy="342900"/>
            <a:chOff x="-76200" y="6515100"/>
            <a:chExt cx="9296400" cy="342900"/>
          </a:xfrm>
        </p:grpSpPr>
        <p:cxnSp>
          <p:nvCxnSpPr>
            <p:cNvPr id="409" name="Google Shape;409;p4"/>
            <p:cNvCxnSpPr/>
            <p:nvPr/>
          </p:nvCxnSpPr>
          <p:spPr>
            <a:xfrm>
              <a:off x="-76200" y="6553200"/>
              <a:ext cx="92964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none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410" name="Google Shape;410;p4"/>
            <p:cNvSpPr txBox="1"/>
            <p:nvPr/>
          </p:nvSpPr>
          <p:spPr>
            <a:xfrm>
              <a:off x="381000" y="6515100"/>
              <a:ext cx="8402638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&amp; Engineering</a:t>
              </a:r>
              <a:endParaRPr/>
            </a:p>
          </p:txBody>
        </p:sp>
      </p:grpSp>
      <p:sp>
        <p:nvSpPr>
          <p:cNvPr id="411" name="Google Shape;411;p4"/>
          <p:cNvSpPr txBox="1"/>
          <p:nvPr>
            <p:ph type="title"/>
          </p:nvPr>
        </p:nvSpPr>
        <p:spPr>
          <a:xfrm>
            <a:off x="914400" y="76200"/>
            <a:ext cx="792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Java History</a:t>
            </a:r>
            <a:endParaRPr/>
          </a:p>
        </p:txBody>
      </p:sp>
      <p:pic>
        <p:nvPicPr>
          <p:cNvPr descr="kle-tech-logo.png" id="412" name="Google Shape;412;p4"/>
          <p:cNvPicPr preferRelativeResize="0"/>
          <p:nvPr/>
        </p:nvPicPr>
        <p:blipFill rotWithShape="1">
          <a:blip r:embed="rId4">
            <a:alphaModFix/>
          </a:blip>
          <a:srcRect b="0" l="0" r="75985" t="0"/>
          <a:stretch/>
        </p:blipFill>
        <p:spPr>
          <a:xfrm>
            <a:off x="93662" y="109537"/>
            <a:ext cx="636587" cy="620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ia Smart Home" id="413" name="Google Shape;413;p4"/>
          <p:cNvPicPr preferRelativeResize="0"/>
          <p:nvPr/>
        </p:nvPicPr>
        <p:blipFill rotWithShape="1">
          <a:blip r:embed="rId5">
            <a:alphaModFix/>
          </a:blip>
          <a:srcRect b="-1720" l="0" r="868" t="1232"/>
          <a:stretch/>
        </p:blipFill>
        <p:spPr>
          <a:xfrm>
            <a:off x="2020887" y="1981200"/>
            <a:ext cx="4727575" cy="4056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"/>
          <p:cNvSpPr txBox="1"/>
          <p:nvPr/>
        </p:nvSpPr>
        <p:spPr>
          <a:xfrm>
            <a:off x="228600" y="990600"/>
            <a:ext cx="8686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Sun Microsystems funded an internal research project “Green” to investigate this opportunity.</a:t>
            </a:r>
            <a:endParaRPr/>
          </a:p>
          <a:p>
            <a:pPr indent="-249236" lvl="1" marL="482600" marR="0" rtl="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Result: A programming language called “Oak”</a:t>
            </a:r>
            <a:endParaRPr/>
          </a:p>
        </p:txBody>
      </p:sp>
      <p:grpSp>
        <p:nvGrpSpPr>
          <p:cNvPr id="420" name="Google Shape;420;p5"/>
          <p:cNvGrpSpPr/>
          <p:nvPr/>
        </p:nvGrpSpPr>
        <p:grpSpPr>
          <a:xfrm>
            <a:off x="-76200" y="6515100"/>
            <a:ext cx="9296400" cy="342900"/>
            <a:chOff x="-76200" y="6515100"/>
            <a:chExt cx="9296400" cy="342900"/>
          </a:xfrm>
        </p:grpSpPr>
        <p:cxnSp>
          <p:nvCxnSpPr>
            <p:cNvPr id="421" name="Google Shape;421;p5"/>
            <p:cNvCxnSpPr/>
            <p:nvPr/>
          </p:nvCxnSpPr>
          <p:spPr>
            <a:xfrm>
              <a:off x="-76200" y="6553200"/>
              <a:ext cx="92964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none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422" name="Google Shape;422;p5"/>
            <p:cNvSpPr txBox="1"/>
            <p:nvPr/>
          </p:nvSpPr>
          <p:spPr>
            <a:xfrm>
              <a:off x="381000" y="6515100"/>
              <a:ext cx="8402638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&amp; Engineering</a:t>
              </a:r>
              <a:endParaRPr/>
            </a:p>
          </p:txBody>
        </p:sp>
      </p:grpSp>
      <p:sp>
        <p:nvSpPr>
          <p:cNvPr id="423" name="Google Shape;423;p5"/>
          <p:cNvSpPr txBox="1"/>
          <p:nvPr>
            <p:ph type="title"/>
          </p:nvPr>
        </p:nvSpPr>
        <p:spPr>
          <a:xfrm>
            <a:off x="914400" y="76200"/>
            <a:ext cx="792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Java History</a:t>
            </a:r>
            <a:endParaRPr/>
          </a:p>
        </p:txBody>
      </p:sp>
      <p:pic>
        <p:nvPicPr>
          <p:cNvPr descr="kle-tech-logo.png" id="424" name="Google Shape;424;p5"/>
          <p:cNvPicPr preferRelativeResize="0"/>
          <p:nvPr/>
        </p:nvPicPr>
        <p:blipFill rotWithShape="1">
          <a:blip r:embed="rId4">
            <a:alphaModFix/>
          </a:blip>
          <a:srcRect b="0" l="0" r="75985" t="0"/>
          <a:stretch/>
        </p:blipFill>
        <p:spPr>
          <a:xfrm>
            <a:off x="93662" y="109537"/>
            <a:ext cx="636587" cy="620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ames1" id="425" name="Google Shape;42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2670175"/>
            <a:ext cx="3505200" cy="274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"/>
          <p:cNvSpPr txBox="1"/>
          <p:nvPr/>
        </p:nvSpPr>
        <p:spPr>
          <a:xfrm>
            <a:off x="381000" y="5562600"/>
            <a:ext cx="3505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3600" spcFirstLastPara="1" rIns="936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0" lang="en-US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Fox, Image from the website of Sun Microsystems</a:t>
            </a:r>
            <a:endParaRPr/>
          </a:p>
        </p:txBody>
      </p:sp>
      <p:sp>
        <p:nvSpPr>
          <p:cNvPr id="427" name="Google Shape;427;p5"/>
          <p:cNvSpPr txBox="1"/>
          <p:nvPr/>
        </p:nvSpPr>
        <p:spPr>
          <a:xfrm>
            <a:off x="4038600" y="3090862"/>
            <a:ext cx="4648200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Calibri"/>
              <a:buNone/>
            </a:pPr>
            <a:r>
              <a:rPr b="1" i="0" lang="en-US" sz="1800" u="non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Blatant advertisement: James Gosling was a graduate of the U of C Computer Science program.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>
              <a:solidFill>
                <a:srgbClr val="FF66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Calibri"/>
              <a:buNone/>
            </a:pPr>
            <a:r>
              <a:rPr b="1" i="0" lang="en-US" sz="1800" u="non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Best Known as Father of Java Programming Language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"/>
          <p:cNvSpPr txBox="1"/>
          <p:nvPr/>
        </p:nvSpPr>
        <p:spPr>
          <a:xfrm>
            <a:off x="228600" y="1981200"/>
            <a:ext cx="4038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: There was already a programming language called Oak.</a:t>
            </a:r>
            <a:endParaRPr/>
          </a:p>
          <a:p>
            <a:pPr indent="0" lvl="1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4" name="Google Shape;434;p6"/>
          <p:cNvGrpSpPr/>
          <p:nvPr/>
        </p:nvGrpSpPr>
        <p:grpSpPr>
          <a:xfrm>
            <a:off x="-76200" y="6515100"/>
            <a:ext cx="9296400" cy="342900"/>
            <a:chOff x="-76200" y="6515100"/>
            <a:chExt cx="9296400" cy="342900"/>
          </a:xfrm>
        </p:grpSpPr>
        <p:cxnSp>
          <p:nvCxnSpPr>
            <p:cNvPr id="435" name="Google Shape;435;p6"/>
            <p:cNvCxnSpPr/>
            <p:nvPr/>
          </p:nvCxnSpPr>
          <p:spPr>
            <a:xfrm>
              <a:off x="-76200" y="6553200"/>
              <a:ext cx="92964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none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436" name="Google Shape;436;p6"/>
            <p:cNvSpPr txBox="1"/>
            <p:nvPr/>
          </p:nvSpPr>
          <p:spPr>
            <a:xfrm>
              <a:off x="381000" y="6515100"/>
              <a:ext cx="8402638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&amp; Engineering</a:t>
              </a:r>
              <a:endParaRPr/>
            </a:p>
          </p:txBody>
        </p:sp>
      </p:grpSp>
      <p:sp>
        <p:nvSpPr>
          <p:cNvPr id="437" name="Google Shape;437;p6"/>
          <p:cNvSpPr txBox="1"/>
          <p:nvPr>
            <p:ph type="title"/>
          </p:nvPr>
        </p:nvSpPr>
        <p:spPr>
          <a:xfrm>
            <a:off x="914400" y="76200"/>
            <a:ext cx="792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Java History</a:t>
            </a:r>
            <a:endParaRPr/>
          </a:p>
        </p:txBody>
      </p:sp>
      <p:pic>
        <p:nvPicPr>
          <p:cNvPr descr="kle-tech-logo.png" id="438" name="Google Shape;438;p6"/>
          <p:cNvPicPr preferRelativeResize="0"/>
          <p:nvPr/>
        </p:nvPicPr>
        <p:blipFill rotWithShape="1">
          <a:blip r:embed="rId4">
            <a:alphaModFix/>
          </a:blip>
          <a:srcRect b="0" l="0" r="75985" t="0"/>
          <a:stretch/>
        </p:blipFill>
        <p:spPr>
          <a:xfrm>
            <a:off x="93662" y="109537"/>
            <a:ext cx="636587" cy="620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ffee-shop" id="439" name="Google Shape;439;p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5800" y="1173162"/>
            <a:ext cx="4092575" cy="3170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ava Technology" id="440" name="Google Shape;440;p6"/>
          <p:cNvPicPr preferRelativeResize="0"/>
          <p:nvPr/>
        </p:nvPicPr>
        <p:blipFill rotWithShape="1">
          <a:blip r:embed="rId6">
            <a:alphaModFix/>
          </a:blip>
          <a:srcRect b="2609" l="13551" r="12136" t="0"/>
          <a:stretch/>
        </p:blipFill>
        <p:spPr>
          <a:xfrm>
            <a:off x="6135687" y="4572000"/>
            <a:ext cx="1027112" cy="1728787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6"/>
          <p:cNvSpPr txBox="1"/>
          <p:nvPr/>
        </p:nvSpPr>
        <p:spPr>
          <a:xfrm>
            <a:off x="304800" y="4800600"/>
            <a:ext cx="396240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“Green” team met at a local coffee shop to come up with another name... Java!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"/>
          <p:cNvSpPr txBox="1"/>
          <p:nvPr/>
        </p:nvSpPr>
        <p:spPr>
          <a:xfrm>
            <a:off x="381000" y="4114800"/>
            <a:ext cx="8458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concept of intelligent devices didn’t catch on.</a:t>
            </a:r>
            <a:endParaRPr/>
          </a:p>
          <a:p>
            <a:pPr indent="-1143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Green and work on the Java language was nearly canceled.</a:t>
            </a:r>
            <a:endParaRPr/>
          </a:p>
        </p:txBody>
      </p:sp>
      <p:grpSp>
        <p:nvGrpSpPr>
          <p:cNvPr id="448" name="Google Shape;448;p7"/>
          <p:cNvGrpSpPr/>
          <p:nvPr/>
        </p:nvGrpSpPr>
        <p:grpSpPr>
          <a:xfrm>
            <a:off x="-76200" y="6515100"/>
            <a:ext cx="9296400" cy="342900"/>
            <a:chOff x="-76200" y="6515100"/>
            <a:chExt cx="9296400" cy="342900"/>
          </a:xfrm>
        </p:grpSpPr>
        <p:cxnSp>
          <p:nvCxnSpPr>
            <p:cNvPr id="449" name="Google Shape;449;p7"/>
            <p:cNvCxnSpPr/>
            <p:nvPr/>
          </p:nvCxnSpPr>
          <p:spPr>
            <a:xfrm>
              <a:off x="-76200" y="6553200"/>
              <a:ext cx="92964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none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450" name="Google Shape;450;p7"/>
            <p:cNvSpPr txBox="1"/>
            <p:nvPr/>
          </p:nvSpPr>
          <p:spPr>
            <a:xfrm>
              <a:off x="381000" y="6515100"/>
              <a:ext cx="8402638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&amp; Engineering</a:t>
              </a:r>
              <a:endParaRPr/>
            </a:p>
          </p:txBody>
        </p:sp>
      </p:grpSp>
      <p:sp>
        <p:nvSpPr>
          <p:cNvPr id="451" name="Google Shape;451;p7"/>
          <p:cNvSpPr txBox="1"/>
          <p:nvPr>
            <p:ph type="title"/>
          </p:nvPr>
        </p:nvSpPr>
        <p:spPr>
          <a:xfrm>
            <a:off x="914400" y="76200"/>
            <a:ext cx="792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Java History</a:t>
            </a:r>
            <a:endParaRPr/>
          </a:p>
        </p:txBody>
      </p:sp>
      <p:pic>
        <p:nvPicPr>
          <p:cNvPr descr="kle-tech-logo.png" id="452" name="Google Shape;452;p7"/>
          <p:cNvPicPr preferRelativeResize="0"/>
          <p:nvPr/>
        </p:nvPicPr>
        <p:blipFill rotWithShape="1">
          <a:blip r:embed="rId4">
            <a:alphaModFix/>
          </a:blip>
          <a:srcRect b="0" l="0" r="75985" t="0"/>
          <a:stretch/>
        </p:blipFill>
        <p:spPr>
          <a:xfrm>
            <a:off x="93662" y="109537"/>
            <a:ext cx="636587" cy="620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7-336183589" id="453" name="Google Shape;453;p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6600" y="1295400"/>
            <a:ext cx="3328987" cy="208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The popularity of the Internet resulted in Sun’s re-focusing of Java on computers.</a:t>
            </a:r>
            <a:endParaRPr/>
          </a:p>
          <a:p>
            <a:pPr indent="-203200" lvl="0" marL="1143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74747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Prior to the advent of Java, web pages allowed you to download only text and images.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64646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64646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64646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64646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64646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64646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64646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464646"/>
              </a:buClr>
              <a:buSzPts val="3200"/>
              <a:buNone/>
            </a:pPr>
            <a:r>
              <a:t/>
            </a:r>
            <a:endParaRPr b="0" i="0" sz="3200" u="non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9" name="Google Shape;459;p8"/>
          <p:cNvGrpSpPr/>
          <p:nvPr/>
        </p:nvGrpSpPr>
        <p:grpSpPr>
          <a:xfrm>
            <a:off x="7678737" y="2571750"/>
            <a:ext cx="5180012" cy="0"/>
            <a:chOff x="0" y="0"/>
            <a:chExt cx="3263" cy="0"/>
          </a:xfrm>
        </p:grpSpPr>
        <p:sp>
          <p:nvSpPr>
            <p:cNvPr id="460" name="Google Shape;460;p8"/>
            <p:cNvSpPr txBox="1"/>
            <p:nvPr/>
          </p:nvSpPr>
          <p:spPr>
            <a:xfrm>
              <a:off x="0" y="0"/>
              <a:ext cx="3263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8"/>
            <p:cNvSpPr txBox="1"/>
            <p:nvPr/>
          </p:nvSpPr>
          <p:spPr>
            <a:xfrm>
              <a:off x="0" y="0"/>
              <a:ext cx="3263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2" name="Google Shape;462;p8"/>
          <p:cNvSpPr txBox="1"/>
          <p:nvPr/>
        </p:nvSpPr>
        <p:spPr>
          <a:xfrm>
            <a:off x="533400" y="3657600"/>
            <a:ext cx="2286000" cy="48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computer at home running a web browser</a:t>
            </a:r>
            <a:endParaRPr/>
          </a:p>
        </p:txBody>
      </p:sp>
      <p:pic>
        <p:nvPicPr>
          <p:cNvPr descr="monitor" id="463" name="Google Shape;4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4038600"/>
            <a:ext cx="2181225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8"/>
          <p:cNvPicPr preferRelativeResize="0"/>
          <p:nvPr/>
        </p:nvPicPr>
        <p:blipFill rotWithShape="1">
          <a:blip r:embed="rId4">
            <a:alphaModFix/>
          </a:blip>
          <a:srcRect b="3509" l="0" r="0" t="0"/>
          <a:stretch/>
        </p:blipFill>
        <p:spPr>
          <a:xfrm>
            <a:off x="6934200" y="4343400"/>
            <a:ext cx="1219200" cy="12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5" name="Google Shape;465;p8"/>
          <p:cNvGrpSpPr/>
          <p:nvPr/>
        </p:nvGrpSpPr>
        <p:grpSpPr>
          <a:xfrm>
            <a:off x="533400" y="4267200"/>
            <a:ext cx="3352800" cy="2171700"/>
            <a:chOff x="528" y="2688"/>
            <a:chExt cx="2112" cy="1368"/>
          </a:xfrm>
        </p:grpSpPr>
        <p:pic>
          <p:nvPicPr>
            <p:cNvPr id="466" name="Google Shape;466;p8"/>
            <p:cNvPicPr preferRelativeResize="0"/>
            <p:nvPr/>
          </p:nvPicPr>
          <p:blipFill rotWithShape="1">
            <a:blip r:embed="rId5">
              <a:alphaModFix/>
            </a:blip>
            <a:srcRect b="6830" l="0" r="0" t="4554"/>
            <a:stretch/>
          </p:blipFill>
          <p:spPr>
            <a:xfrm>
              <a:off x="528" y="2688"/>
              <a:ext cx="2112" cy="13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48" y="2880"/>
              <a:ext cx="912" cy="67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8" name="Google Shape;468;p8"/>
          <p:cNvGrpSpPr/>
          <p:nvPr/>
        </p:nvGrpSpPr>
        <p:grpSpPr>
          <a:xfrm>
            <a:off x="3581400" y="4572000"/>
            <a:ext cx="2667000" cy="381000"/>
            <a:chOff x="2256" y="2880"/>
            <a:chExt cx="1680" cy="240"/>
          </a:xfrm>
        </p:grpSpPr>
        <p:cxnSp>
          <p:nvCxnSpPr>
            <p:cNvPr id="469" name="Google Shape;469;p8"/>
            <p:cNvCxnSpPr/>
            <p:nvPr/>
          </p:nvCxnSpPr>
          <p:spPr>
            <a:xfrm>
              <a:off x="2256" y="3120"/>
              <a:ext cx="16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470" name="Google Shape;470;p8"/>
            <p:cNvSpPr txBox="1"/>
            <p:nvPr/>
          </p:nvSpPr>
          <p:spPr>
            <a:xfrm>
              <a:off x="2448" y="2880"/>
              <a:ext cx="1152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User clicks on a link </a:t>
              </a:r>
              <a:endParaRPr/>
            </a:p>
          </p:txBody>
        </p:sp>
      </p:grpSp>
      <p:grpSp>
        <p:nvGrpSpPr>
          <p:cNvPr id="471" name="Google Shape;471;p8"/>
          <p:cNvGrpSpPr/>
          <p:nvPr/>
        </p:nvGrpSpPr>
        <p:grpSpPr>
          <a:xfrm>
            <a:off x="1600200" y="4495800"/>
            <a:ext cx="5029200" cy="1219200"/>
            <a:chOff x="1008" y="2832"/>
            <a:chExt cx="3168" cy="768"/>
          </a:xfrm>
        </p:grpSpPr>
        <p:sp>
          <p:nvSpPr>
            <p:cNvPr id="472" name="Google Shape;472;p8"/>
            <p:cNvSpPr txBox="1"/>
            <p:nvPr/>
          </p:nvSpPr>
          <p:spPr>
            <a:xfrm>
              <a:off x="1008" y="2832"/>
              <a:ext cx="960" cy="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3" name="Google Shape;473;p8"/>
            <p:cNvGrpSpPr/>
            <p:nvPr/>
          </p:nvGrpSpPr>
          <p:grpSpPr>
            <a:xfrm>
              <a:off x="2256" y="3216"/>
              <a:ext cx="1920" cy="308"/>
              <a:chOff x="2256" y="3216"/>
              <a:chExt cx="1920" cy="308"/>
            </a:xfrm>
          </p:grpSpPr>
          <p:cxnSp>
            <p:nvCxnSpPr>
              <p:cNvPr id="474" name="Google Shape;474;p8"/>
              <p:cNvCxnSpPr/>
              <p:nvPr/>
            </p:nvCxnSpPr>
            <p:spPr>
              <a:xfrm rot="10800000">
                <a:off x="2256" y="3216"/>
                <a:ext cx="163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sp>
            <p:nvSpPr>
              <p:cNvPr id="475" name="Google Shape;475;p8"/>
              <p:cNvSpPr txBox="1"/>
              <p:nvPr/>
            </p:nvSpPr>
            <p:spPr>
              <a:xfrm>
                <a:off x="2448" y="3216"/>
                <a:ext cx="1728" cy="3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rPr b="0" i="0" lang="en-US" sz="1600" u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Images and text get downloaded</a:t>
                </a:r>
                <a:endParaRPr/>
              </a:p>
            </p:txBody>
          </p:sp>
        </p:grpSp>
      </p:grpSp>
      <p:sp>
        <p:nvSpPr>
          <p:cNvPr id="476" name="Google Shape;476;p8"/>
          <p:cNvSpPr txBox="1"/>
          <p:nvPr/>
        </p:nvSpPr>
        <p:spPr>
          <a:xfrm>
            <a:off x="6443662" y="3644900"/>
            <a:ext cx="1819275" cy="48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containing a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page</a:t>
            </a:r>
            <a:endParaRPr/>
          </a:p>
        </p:txBody>
      </p:sp>
      <p:sp>
        <p:nvSpPr>
          <p:cNvPr id="477" name="Google Shape;477;p8"/>
          <p:cNvSpPr txBox="1"/>
          <p:nvPr>
            <p:ph type="title"/>
          </p:nvPr>
        </p:nvSpPr>
        <p:spPr>
          <a:xfrm>
            <a:off x="914400" y="76200"/>
            <a:ext cx="792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Java History</a:t>
            </a:r>
            <a:endParaRPr/>
          </a:p>
        </p:txBody>
      </p:sp>
      <p:pic>
        <p:nvPicPr>
          <p:cNvPr descr="kle-tech-logo.png" id="478" name="Google Shape;478;p8"/>
          <p:cNvPicPr preferRelativeResize="0"/>
          <p:nvPr/>
        </p:nvPicPr>
        <p:blipFill rotWithShape="1">
          <a:blip r:embed="rId7">
            <a:alphaModFix/>
          </a:blip>
          <a:srcRect b="0" l="0" r="75985" t="0"/>
          <a:stretch/>
        </p:blipFill>
        <p:spPr>
          <a:xfrm>
            <a:off x="93662" y="109537"/>
            <a:ext cx="636587" cy="6207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9" name="Google Shape;479;p8"/>
          <p:cNvGrpSpPr/>
          <p:nvPr/>
        </p:nvGrpSpPr>
        <p:grpSpPr>
          <a:xfrm>
            <a:off x="-76200" y="6515100"/>
            <a:ext cx="9296400" cy="342900"/>
            <a:chOff x="-76200" y="6515100"/>
            <a:chExt cx="9296400" cy="342900"/>
          </a:xfrm>
        </p:grpSpPr>
        <p:cxnSp>
          <p:nvCxnSpPr>
            <p:cNvPr id="480" name="Google Shape;480;p8"/>
            <p:cNvCxnSpPr/>
            <p:nvPr/>
          </p:nvCxnSpPr>
          <p:spPr>
            <a:xfrm>
              <a:off x="-76200" y="6553200"/>
              <a:ext cx="92964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none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481" name="Google Shape;481;p8"/>
            <p:cNvSpPr txBox="1"/>
            <p:nvPr/>
          </p:nvSpPr>
          <p:spPr>
            <a:xfrm>
              <a:off x="381000" y="6515100"/>
              <a:ext cx="8402638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&amp; Engineering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" name="Google Shape;486;p9"/>
          <p:cNvGrpSpPr/>
          <p:nvPr/>
        </p:nvGrpSpPr>
        <p:grpSpPr>
          <a:xfrm>
            <a:off x="1054100" y="3281362"/>
            <a:ext cx="7515225" cy="2827337"/>
            <a:chOff x="664" y="2067"/>
            <a:chExt cx="4734" cy="1781"/>
          </a:xfrm>
        </p:grpSpPr>
        <p:grpSp>
          <p:nvGrpSpPr>
            <p:cNvPr id="487" name="Google Shape;487;p9"/>
            <p:cNvGrpSpPr/>
            <p:nvPr/>
          </p:nvGrpSpPr>
          <p:grpSpPr>
            <a:xfrm>
              <a:off x="664" y="2067"/>
              <a:ext cx="4734" cy="1781"/>
              <a:chOff x="664" y="2067"/>
              <a:chExt cx="4734" cy="1781"/>
            </a:xfrm>
          </p:grpSpPr>
          <p:grpSp>
            <p:nvGrpSpPr>
              <p:cNvPr id="488" name="Google Shape;488;p9"/>
              <p:cNvGrpSpPr/>
              <p:nvPr/>
            </p:nvGrpSpPr>
            <p:grpSpPr>
              <a:xfrm>
                <a:off x="664" y="2096"/>
                <a:ext cx="2112" cy="1752"/>
                <a:chOff x="664" y="2096"/>
                <a:chExt cx="2112" cy="1752"/>
              </a:xfrm>
            </p:grpSpPr>
            <p:sp>
              <p:nvSpPr>
                <p:cNvPr id="489" name="Google Shape;489;p9"/>
                <p:cNvSpPr txBox="1"/>
                <p:nvPr/>
              </p:nvSpPr>
              <p:spPr>
                <a:xfrm>
                  <a:off x="664" y="2096"/>
                  <a:ext cx="1440" cy="3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rPr b="1" i="0" lang="en-US" sz="1600" u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Your computer at home running a web browser</a:t>
                  </a:r>
                  <a:endParaRPr/>
                </a:p>
              </p:txBody>
            </p:sp>
            <p:grpSp>
              <p:nvGrpSpPr>
                <p:cNvPr id="490" name="Google Shape;490;p9"/>
                <p:cNvGrpSpPr/>
                <p:nvPr/>
              </p:nvGrpSpPr>
              <p:grpSpPr>
                <a:xfrm>
                  <a:off x="664" y="2480"/>
                  <a:ext cx="2112" cy="1368"/>
                  <a:chOff x="528" y="2688"/>
                  <a:chExt cx="2112" cy="1368"/>
                </a:xfrm>
              </p:grpSpPr>
              <p:pic>
                <p:nvPicPr>
                  <p:cNvPr id="491" name="Google Shape;491;p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6830" l="0" r="0" t="4554"/>
                  <a:stretch/>
                </p:blipFill>
                <p:spPr>
                  <a:xfrm>
                    <a:off x="528" y="2688"/>
                    <a:ext cx="2112" cy="136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492" name="Google Shape;492;p9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1248" y="2880"/>
                    <a:ext cx="912" cy="67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493" name="Google Shape;493;p9"/>
              <p:cNvGrpSpPr/>
              <p:nvPr/>
            </p:nvGrpSpPr>
            <p:grpSpPr>
              <a:xfrm>
                <a:off x="4024" y="2067"/>
                <a:ext cx="1374" cy="1643"/>
                <a:chOff x="4024" y="2067"/>
                <a:chExt cx="1374" cy="1643"/>
              </a:xfrm>
            </p:grpSpPr>
            <p:pic>
              <p:nvPicPr>
                <p:cNvPr descr="monitor" id="494" name="Google Shape;494;p9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4024" y="2336"/>
                  <a:ext cx="1374" cy="137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95" name="Google Shape;495;p9"/>
                <p:cNvSpPr txBox="1"/>
                <p:nvPr/>
              </p:nvSpPr>
              <p:spPr>
                <a:xfrm>
                  <a:off x="4105" y="2067"/>
                  <a:ext cx="1146" cy="3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rPr b="1" i="0" lang="en-US" sz="1600" u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 containing a web page</a:t>
                  </a:r>
                  <a:endParaRPr/>
                </a:p>
              </p:txBody>
            </p:sp>
          </p:grpSp>
        </p:grpSp>
        <p:pic>
          <p:nvPicPr>
            <p:cNvPr id="496" name="Google Shape;496;p9"/>
            <p:cNvPicPr preferRelativeResize="0"/>
            <p:nvPr/>
          </p:nvPicPr>
          <p:blipFill rotWithShape="1">
            <a:blip r:embed="rId6">
              <a:alphaModFix/>
            </a:blip>
            <a:srcRect b="3941" l="0" r="0" t="0"/>
            <a:stretch/>
          </p:blipFill>
          <p:spPr>
            <a:xfrm>
              <a:off x="4504" y="2528"/>
              <a:ext cx="816" cy="8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7" name="Google Shape;497;p9"/>
          <p:cNvSpPr txBox="1"/>
          <p:nvPr>
            <p:ph type="title"/>
          </p:nvPr>
        </p:nvSpPr>
        <p:spPr>
          <a:xfrm>
            <a:off x="1295400" y="76200"/>
            <a:ext cx="754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3000"/>
              <a:buFont typeface="Calibri"/>
              <a:buNone/>
            </a:pPr>
            <a:r>
              <a:rPr b="0" i="0" lang="en-US" sz="3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Java: History </a:t>
            </a:r>
            <a:endParaRPr/>
          </a:p>
        </p:txBody>
      </p:sp>
      <p:sp>
        <p:nvSpPr>
          <p:cNvPr id="498" name="Google Shape;498;p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 enabled web browsers allowed for the downloading of programs (Applets).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74747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 is still used in this context today: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464646"/>
              </a:buClr>
              <a:buSzPts val="3200"/>
              <a:buNone/>
            </a:pPr>
            <a:r>
              <a:t/>
            </a:r>
            <a:endParaRPr b="0" i="0" sz="3200" u="non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9" name="Google Shape;499;p9"/>
          <p:cNvGrpSpPr/>
          <p:nvPr/>
        </p:nvGrpSpPr>
        <p:grpSpPr>
          <a:xfrm>
            <a:off x="7894637" y="2787650"/>
            <a:ext cx="5180012" cy="0"/>
            <a:chOff x="0" y="0"/>
            <a:chExt cx="3263" cy="0"/>
          </a:xfrm>
        </p:grpSpPr>
        <p:sp>
          <p:nvSpPr>
            <p:cNvPr id="500" name="Google Shape;500;p9"/>
            <p:cNvSpPr txBox="1"/>
            <p:nvPr/>
          </p:nvSpPr>
          <p:spPr>
            <a:xfrm>
              <a:off x="0" y="0"/>
              <a:ext cx="3263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9"/>
            <p:cNvSpPr txBox="1"/>
            <p:nvPr/>
          </p:nvSpPr>
          <p:spPr>
            <a:xfrm>
              <a:off x="0" y="0"/>
              <a:ext cx="3263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2" name="Google Shape;502;p9"/>
          <p:cNvGrpSpPr/>
          <p:nvPr/>
        </p:nvGrpSpPr>
        <p:grpSpPr>
          <a:xfrm>
            <a:off x="3797300" y="4318000"/>
            <a:ext cx="2895600" cy="304800"/>
            <a:chOff x="2256" y="2496"/>
            <a:chExt cx="1824" cy="192"/>
          </a:xfrm>
        </p:grpSpPr>
        <p:cxnSp>
          <p:nvCxnSpPr>
            <p:cNvPr id="503" name="Google Shape;503;p9"/>
            <p:cNvCxnSpPr/>
            <p:nvPr/>
          </p:nvCxnSpPr>
          <p:spPr>
            <a:xfrm>
              <a:off x="2256" y="2688"/>
              <a:ext cx="16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504" name="Google Shape;504;p9"/>
            <p:cNvSpPr txBox="1"/>
            <p:nvPr/>
          </p:nvSpPr>
          <p:spPr>
            <a:xfrm>
              <a:off x="2256" y="2496"/>
              <a:ext cx="1824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User clicks on a link</a:t>
              </a:r>
              <a:endParaRPr/>
            </a:p>
          </p:txBody>
        </p:sp>
      </p:grpSp>
      <p:grpSp>
        <p:nvGrpSpPr>
          <p:cNvPr id="505" name="Google Shape;505;p9"/>
          <p:cNvGrpSpPr/>
          <p:nvPr/>
        </p:nvGrpSpPr>
        <p:grpSpPr>
          <a:xfrm>
            <a:off x="2120900" y="4241800"/>
            <a:ext cx="4572000" cy="1103312"/>
            <a:chOff x="1200" y="2448"/>
            <a:chExt cx="2880" cy="695"/>
          </a:xfrm>
        </p:grpSpPr>
        <p:grpSp>
          <p:nvGrpSpPr>
            <p:cNvPr id="506" name="Google Shape;506;p9"/>
            <p:cNvGrpSpPr/>
            <p:nvPr/>
          </p:nvGrpSpPr>
          <p:grpSpPr>
            <a:xfrm>
              <a:off x="2256" y="2784"/>
              <a:ext cx="1824" cy="202"/>
              <a:chOff x="2256" y="2784"/>
              <a:chExt cx="1824" cy="202"/>
            </a:xfrm>
          </p:grpSpPr>
          <p:cxnSp>
            <p:nvCxnSpPr>
              <p:cNvPr id="507" name="Google Shape;507;p9"/>
              <p:cNvCxnSpPr/>
              <p:nvPr/>
            </p:nvCxnSpPr>
            <p:spPr>
              <a:xfrm rot="10800000">
                <a:off x="2256" y="2784"/>
                <a:ext cx="163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sp>
            <p:nvSpPr>
              <p:cNvPr id="508" name="Google Shape;508;p9"/>
              <p:cNvSpPr txBox="1"/>
              <p:nvPr/>
            </p:nvSpPr>
            <p:spPr>
              <a:xfrm>
                <a:off x="2256" y="2832"/>
                <a:ext cx="182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rPr b="0" i="0" lang="en-US" sz="1600" u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Java Applet downloaded</a:t>
                </a:r>
                <a:endParaRPr/>
              </a:p>
            </p:txBody>
          </p:sp>
        </p:grpSp>
        <p:pic>
          <p:nvPicPr>
            <p:cNvPr id="509" name="Google Shape;509;p9"/>
            <p:cNvPicPr preferRelativeResize="0"/>
            <p:nvPr/>
          </p:nvPicPr>
          <p:blipFill rotWithShape="1">
            <a:blip r:embed="rId7">
              <a:alphaModFix/>
            </a:blip>
            <a:srcRect b="4167" l="0" r="781" t="0"/>
            <a:stretch/>
          </p:blipFill>
          <p:spPr>
            <a:xfrm>
              <a:off x="1200" y="2448"/>
              <a:ext cx="960" cy="69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0" name="Google Shape;510;p9"/>
          <p:cNvGrpSpPr/>
          <p:nvPr/>
        </p:nvGrpSpPr>
        <p:grpSpPr>
          <a:xfrm>
            <a:off x="-76200" y="6553200"/>
            <a:ext cx="9296400" cy="342900"/>
            <a:chOff x="-76200" y="6515100"/>
            <a:chExt cx="9296400" cy="342900"/>
          </a:xfrm>
        </p:grpSpPr>
        <p:cxnSp>
          <p:nvCxnSpPr>
            <p:cNvPr id="511" name="Google Shape;511;p9"/>
            <p:cNvCxnSpPr/>
            <p:nvPr/>
          </p:nvCxnSpPr>
          <p:spPr>
            <a:xfrm>
              <a:off x="-76200" y="6553200"/>
              <a:ext cx="92964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none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512" name="Google Shape;512;p9"/>
            <p:cNvSpPr txBox="1"/>
            <p:nvPr/>
          </p:nvSpPr>
          <p:spPr>
            <a:xfrm>
              <a:off x="381000" y="6515100"/>
              <a:ext cx="8402638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&amp; Engineering</a:t>
              </a:r>
              <a:endParaRPr/>
            </a:p>
          </p:txBody>
        </p:sp>
      </p:grpSp>
      <p:pic>
        <p:nvPicPr>
          <p:cNvPr descr="kle-tech-logo.png" id="513" name="Google Shape;513;p9"/>
          <p:cNvPicPr preferRelativeResize="0"/>
          <p:nvPr/>
        </p:nvPicPr>
        <p:blipFill rotWithShape="1">
          <a:blip r:embed="rId8">
            <a:alphaModFix/>
          </a:blip>
          <a:srcRect b="0" l="0" r="75985" t="0"/>
          <a:stretch/>
        </p:blipFill>
        <p:spPr>
          <a:xfrm>
            <a:off x="93662" y="109537"/>
            <a:ext cx="636587" cy="62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0"/>
          <p:cNvSpPr txBox="1"/>
          <p:nvPr>
            <p:ph type="title"/>
          </p:nvPr>
        </p:nvSpPr>
        <p:spPr>
          <a:xfrm>
            <a:off x="914400" y="76200"/>
            <a:ext cx="792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3000"/>
              <a:buFont typeface="Calibri"/>
              <a:buNone/>
            </a:pPr>
            <a:r>
              <a:rPr b="0" i="0" lang="en-US" sz="3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Features Of JAVA</a:t>
            </a:r>
            <a:endParaRPr/>
          </a:p>
        </p:txBody>
      </p:sp>
      <p:sp>
        <p:nvSpPr>
          <p:cNvPr id="519" name="Google Shape;519;p10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 is simple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 is object-oriented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 is distributed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 is interpreted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 is robust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 is secure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 is architecture-neutral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 is portable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Java’s performance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 is multithreaded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 is dynamic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0" name="Google Shape;520;p10"/>
          <p:cNvGrpSpPr/>
          <p:nvPr/>
        </p:nvGrpSpPr>
        <p:grpSpPr>
          <a:xfrm>
            <a:off x="-76200" y="6515100"/>
            <a:ext cx="9296400" cy="342900"/>
            <a:chOff x="-76200" y="6515100"/>
            <a:chExt cx="9296400" cy="342900"/>
          </a:xfrm>
        </p:grpSpPr>
        <p:cxnSp>
          <p:nvCxnSpPr>
            <p:cNvPr id="521" name="Google Shape;521;p10"/>
            <p:cNvCxnSpPr/>
            <p:nvPr/>
          </p:nvCxnSpPr>
          <p:spPr>
            <a:xfrm>
              <a:off x="-76200" y="6553200"/>
              <a:ext cx="92964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none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522" name="Google Shape;522;p10"/>
            <p:cNvSpPr txBox="1"/>
            <p:nvPr/>
          </p:nvSpPr>
          <p:spPr>
            <a:xfrm>
              <a:off x="381000" y="6515100"/>
              <a:ext cx="8402638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&amp; Engineering</a:t>
              </a:r>
              <a:endParaRPr/>
            </a:p>
          </p:txBody>
        </p:sp>
      </p:grpSp>
      <p:pic>
        <p:nvPicPr>
          <p:cNvPr descr="kle-tech-logo.png" id="523" name="Google Shape;523;p10"/>
          <p:cNvPicPr preferRelativeResize="0"/>
          <p:nvPr/>
        </p:nvPicPr>
        <p:blipFill rotWithShape="1">
          <a:blip r:embed="rId3">
            <a:alphaModFix/>
          </a:blip>
          <a:srcRect b="0" l="0" r="75985" t="0"/>
          <a:stretch/>
        </p:blipFill>
        <p:spPr>
          <a:xfrm>
            <a:off x="93662" y="109537"/>
            <a:ext cx="636587" cy="62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1"/>
          <p:cNvSpPr txBox="1"/>
          <p:nvPr>
            <p:ph type="title"/>
          </p:nvPr>
        </p:nvSpPr>
        <p:spPr>
          <a:xfrm>
            <a:off x="838200" y="76200"/>
            <a:ext cx="8001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3000"/>
              <a:buFont typeface="Calibri"/>
              <a:buNone/>
            </a:pPr>
            <a:r>
              <a:rPr b="0" i="0" lang="en-US" sz="3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 Development Kit</a:t>
            </a:r>
            <a:endParaRPr/>
          </a:p>
        </p:txBody>
      </p:sp>
      <p:sp>
        <p:nvSpPr>
          <p:cNvPr id="529" name="Google Shape;529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 </a:t>
            </a:r>
            <a:r>
              <a:rPr b="0" i="0" lang="en-US" sz="32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US" sz="3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+ JDK (Java Development Kit), Standard Edition includes:  </a:t>
            </a:r>
            <a:endParaRPr/>
          </a:p>
          <a:p>
            <a:pPr indent="-241300" lvl="1" marL="6223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1" lang="en-US" sz="2800" u="sng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K (Java development kit) – for </a:t>
            </a:r>
            <a:r>
              <a:rPr b="0" i="1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developing</a:t>
            </a: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 Java software (creating Java programs).</a:t>
            </a:r>
            <a:endParaRPr/>
          </a:p>
          <a:p>
            <a:pPr indent="-241300" lvl="1" marL="6223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1" lang="en-US" sz="2800" u="sng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E (Java Runtime environment) – only good for </a:t>
            </a:r>
            <a:r>
              <a:rPr b="0" i="1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running</a:t>
            </a: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 pre-created Java programs.</a:t>
            </a:r>
            <a:endParaRPr/>
          </a:p>
          <a:p>
            <a:pPr indent="-152400" lvl="2" marL="89217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74747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 Plug-in – a special version of the JRE designed to run through web browsers.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0" name="Google Shape;530;p11"/>
          <p:cNvGrpSpPr/>
          <p:nvPr/>
        </p:nvGrpSpPr>
        <p:grpSpPr>
          <a:xfrm>
            <a:off x="-76200" y="6515100"/>
            <a:ext cx="9296400" cy="342900"/>
            <a:chOff x="-76200" y="6515100"/>
            <a:chExt cx="9296400" cy="342900"/>
          </a:xfrm>
        </p:grpSpPr>
        <p:cxnSp>
          <p:nvCxnSpPr>
            <p:cNvPr id="531" name="Google Shape;531;p11"/>
            <p:cNvCxnSpPr/>
            <p:nvPr/>
          </p:nvCxnSpPr>
          <p:spPr>
            <a:xfrm>
              <a:off x="-76200" y="6553200"/>
              <a:ext cx="92964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none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532" name="Google Shape;532;p11"/>
            <p:cNvSpPr txBox="1"/>
            <p:nvPr/>
          </p:nvSpPr>
          <p:spPr>
            <a:xfrm>
              <a:off x="381000" y="6515100"/>
              <a:ext cx="8402638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&amp; Engineering</a:t>
              </a:r>
              <a:endParaRPr/>
            </a:p>
          </p:txBody>
        </p:sp>
      </p:grpSp>
      <p:pic>
        <p:nvPicPr>
          <p:cNvPr descr="kle-tech-logo.png" id="533" name="Google Shape;533;p11"/>
          <p:cNvPicPr preferRelativeResize="0"/>
          <p:nvPr/>
        </p:nvPicPr>
        <p:blipFill rotWithShape="1">
          <a:blip r:embed="rId3">
            <a:alphaModFix/>
          </a:blip>
          <a:srcRect b="0" l="0" r="75985" t="0"/>
          <a:stretch/>
        </p:blipFill>
        <p:spPr>
          <a:xfrm>
            <a:off x="93662" y="109537"/>
            <a:ext cx="636587" cy="62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2"/>
          <p:cNvSpPr txBox="1"/>
          <p:nvPr>
            <p:ph type="title"/>
          </p:nvPr>
        </p:nvSpPr>
        <p:spPr>
          <a:xfrm>
            <a:off x="914400" y="76200"/>
            <a:ext cx="792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3000"/>
              <a:buFont typeface="Calibri"/>
              <a:buNone/>
            </a:pPr>
            <a:r>
              <a:rPr b="0" i="0" lang="en-US" sz="3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 Development Kit</a:t>
            </a:r>
            <a:endParaRPr/>
          </a:p>
        </p:txBody>
      </p:sp>
      <p:sp>
        <p:nvSpPr>
          <p:cNvPr id="539" name="Google Shape;539;p12"/>
          <p:cNvSpPr txBox="1"/>
          <p:nvPr>
            <p:ph idx="1" type="body"/>
          </p:nvPr>
        </p:nvSpPr>
        <p:spPr>
          <a:xfrm>
            <a:off x="457200" y="914400"/>
            <a:ext cx="8229600" cy="5211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javadoc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74747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javac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74747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Javah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74747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74747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jdb</a:t>
            </a:r>
            <a:endParaRPr/>
          </a:p>
        </p:txBody>
      </p:sp>
      <p:cxnSp>
        <p:nvCxnSpPr>
          <p:cNvPr id="540" name="Google Shape;540;p12"/>
          <p:cNvCxnSpPr/>
          <p:nvPr/>
        </p:nvCxnSpPr>
        <p:spPr>
          <a:xfrm rot="5400000">
            <a:off x="4570412" y="2286000"/>
            <a:ext cx="458787" cy="1587"/>
          </a:xfrm>
          <a:prstGeom prst="straightConnector1">
            <a:avLst/>
          </a:prstGeom>
          <a:noFill/>
          <a:ln cap="flat" cmpd="sng" w="9525">
            <a:solidFill>
              <a:srgbClr val="F48618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grpSp>
        <p:nvGrpSpPr>
          <p:cNvPr id="541" name="Google Shape;541;p12"/>
          <p:cNvGrpSpPr/>
          <p:nvPr/>
        </p:nvGrpSpPr>
        <p:grpSpPr>
          <a:xfrm>
            <a:off x="3581400" y="1066800"/>
            <a:ext cx="4572000" cy="5334000"/>
            <a:chOff x="3581400" y="1066800"/>
            <a:chExt cx="4572000" cy="5334000"/>
          </a:xfrm>
        </p:grpSpPr>
        <p:sp>
          <p:nvSpPr>
            <p:cNvPr id="542" name="Google Shape;542;p12"/>
            <p:cNvSpPr txBox="1"/>
            <p:nvPr/>
          </p:nvSpPr>
          <p:spPr>
            <a:xfrm>
              <a:off x="3657600" y="1066800"/>
              <a:ext cx="1524000" cy="53340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B3631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Text Editor</a:t>
              </a:r>
              <a:endParaRPr/>
            </a:p>
          </p:txBody>
        </p:sp>
        <p:cxnSp>
          <p:nvCxnSpPr>
            <p:cNvPr id="543" name="Google Shape;543;p12"/>
            <p:cNvCxnSpPr/>
            <p:nvPr/>
          </p:nvCxnSpPr>
          <p:spPr>
            <a:xfrm rot="5400000">
              <a:off x="4113212" y="1828800"/>
              <a:ext cx="458788" cy="1587"/>
            </a:xfrm>
            <a:prstGeom prst="straightConnector1">
              <a:avLst/>
            </a:prstGeom>
            <a:noFill/>
            <a:ln cap="flat" cmpd="sng" w="9525">
              <a:solidFill>
                <a:srgbClr val="F48618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sp>
          <p:nvSpPr>
            <p:cNvPr id="544" name="Google Shape;544;p12"/>
            <p:cNvSpPr txBox="1"/>
            <p:nvPr/>
          </p:nvSpPr>
          <p:spPr>
            <a:xfrm>
              <a:off x="3733800" y="2057400"/>
              <a:ext cx="1219200" cy="83820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B3631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Java Source Code</a:t>
              </a:r>
              <a:endParaRPr/>
            </a:p>
          </p:txBody>
        </p:sp>
        <p:sp>
          <p:nvSpPr>
            <p:cNvPr id="545" name="Google Shape;545;p12"/>
            <p:cNvSpPr txBox="1"/>
            <p:nvPr/>
          </p:nvSpPr>
          <p:spPr>
            <a:xfrm>
              <a:off x="5334000" y="2057400"/>
              <a:ext cx="1219200" cy="83820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B3631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javadoc</a:t>
              </a:r>
              <a:endParaRPr/>
            </a:p>
          </p:txBody>
        </p:sp>
        <p:sp>
          <p:nvSpPr>
            <p:cNvPr id="546" name="Google Shape;546;p12"/>
            <p:cNvSpPr txBox="1"/>
            <p:nvPr/>
          </p:nvSpPr>
          <p:spPr>
            <a:xfrm>
              <a:off x="6934200" y="2057400"/>
              <a:ext cx="1219200" cy="83820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B3631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HTML Files</a:t>
              </a:r>
              <a:endParaRPr/>
            </a:p>
          </p:txBody>
        </p:sp>
        <p:sp>
          <p:nvSpPr>
            <p:cNvPr id="547" name="Google Shape;547;p12"/>
            <p:cNvSpPr txBox="1"/>
            <p:nvPr/>
          </p:nvSpPr>
          <p:spPr>
            <a:xfrm>
              <a:off x="3733800" y="3200400"/>
              <a:ext cx="1905000" cy="45720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B3631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Javac</a:t>
              </a:r>
              <a:endParaRPr/>
            </a:p>
          </p:txBody>
        </p:sp>
        <p:sp>
          <p:nvSpPr>
            <p:cNvPr id="548" name="Google Shape;548;p12"/>
            <p:cNvSpPr txBox="1"/>
            <p:nvPr/>
          </p:nvSpPr>
          <p:spPr>
            <a:xfrm>
              <a:off x="5410200" y="4953000"/>
              <a:ext cx="1219200" cy="45720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B3631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jdb</a:t>
              </a:r>
              <a:endParaRPr/>
            </a:p>
          </p:txBody>
        </p:sp>
        <p:sp>
          <p:nvSpPr>
            <p:cNvPr id="549" name="Google Shape;549;p12"/>
            <p:cNvSpPr txBox="1"/>
            <p:nvPr/>
          </p:nvSpPr>
          <p:spPr>
            <a:xfrm>
              <a:off x="6934200" y="4038600"/>
              <a:ext cx="1219200" cy="60960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B3631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Header Files</a:t>
              </a:r>
              <a:endParaRPr/>
            </a:p>
          </p:txBody>
        </p:sp>
        <p:sp>
          <p:nvSpPr>
            <p:cNvPr id="550" name="Google Shape;550;p12"/>
            <p:cNvSpPr txBox="1"/>
            <p:nvPr/>
          </p:nvSpPr>
          <p:spPr>
            <a:xfrm>
              <a:off x="5486400" y="3962400"/>
              <a:ext cx="1219200" cy="60960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B3631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javah	</a:t>
              </a:r>
              <a:endParaRPr/>
            </a:p>
          </p:txBody>
        </p:sp>
        <p:sp>
          <p:nvSpPr>
            <p:cNvPr id="551" name="Google Shape;551;p12"/>
            <p:cNvSpPr txBox="1"/>
            <p:nvPr/>
          </p:nvSpPr>
          <p:spPr>
            <a:xfrm>
              <a:off x="3733800" y="3962400"/>
              <a:ext cx="1371600" cy="60960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B3631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Java class File</a:t>
              </a:r>
              <a:endParaRPr/>
            </a:p>
          </p:txBody>
        </p:sp>
        <p:sp>
          <p:nvSpPr>
            <p:cNvPr id="552" name="Google Shape;552;p12"/>
            <p:cNvSpPr txBox="1"/>
            <p:nvPr/>
          </p:nvSpPr>
          <p:spPr>
            <a:xfrm>
              <a:off x="3886200" y="4800600"/>
              <a:ext cx="1219200" cy="53340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B3631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java</a:t>
              </a:r>
              <a:endParaRPr/>
            </a:p>
          </p:txBody>
        </p:sp>
        <p:sp>
          <p:nvSpPr>
            <p:cNvPr id="553" name="Google Shape;553;p12"/>
            <p:cNvSpPr/>
            <p:nvPr/>
          </p:nvSpPr>
          <p:spPr>
            <a:xfrm>
              <a:off x="3581400" y="5562600"/>
              <a:ext cx="1524000" cy="838200"/>
            </a:xfrm>
            <a:prstGeom prst="parallelogram">
              <a:avLst>
                <a:gd fmla="val 2970" name="adj"/>
              </a:avLst>
            </a:prstGeom>
            <a:solidFill>
              <a:schemeClr val="accent1"/>
            </a:solidFill>
            <a:ln cap="flat" cmpd="sng" w="25400">
              <a:solidFill>
                <a:srgbClr val="B3631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Java Program output</a:t>
              </a:r>
              <a:endParaRPr/>
            </a:p>
          </p:txBody>
        </p:sp>
        <p:cxnSp>
          <p:nvCxnSpPr>
            <p:cNvPr id="554" name="Google Shape;554;p12"/>
            <p:cNvCxnSpPr/>
            <p:nvPr/>
          </p:nvCxnSpPr>
          <p:spPr>
            <a:xfrm rot="5400000">
              <a:off x="4114800" y="2971800"/>
              <a:ext cx="458788" cy="1588"/>
            </a:xfrm>
            <a:prstGeom prst="straightConnector1">
              <a:avLst/>
            </a:prstGeom>
            <a:noFill/>
            <a:ln cap="flat" cmpd="sng" w="9525">
              <a:solidFill>
                <a:srgbClr val="F48618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555" name="Google Shape;555;p12"/>
            <p:cNvCxnSpPr/>
            <p:nvPr/>
          </p:nvCxnSpPr>
          <p:spPr>
            <a:xfrm rot="5400000">
              <a:off x="4191794" y="3733006"/>
              <a:ext cx="304800" cy="1588"/>
            </a:xfrm>
            <a:prstGeom prst="straightConnector1">
              <a:avLst/>
            </a:prstGeom>
            <a:noFill/>
            <a:ln cap="flat" cmpd="sng" w="9525">
              <a:solidFill>
                <a:srgbClr val="F48618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556" name="Google Shape;556;p12"/>
            <p:cNvCxnSpPr/>
            <p:nvPr/>
          </p:nvCxnSpPr>
          <p:spPr>
            <a:xfrm flipH="1" rot="-5400000">
              <a:off x="4281487" y="5395912"/>
              <a:ext cx="304800" cy="28575"/>
            </a:xfrm>
            <a:prstGeom prst="straightConnector1">
              <a:avLst/>
            </a:prstGeom>
            <a:noFill/>
            <a:ln cap="flat" cmpd="sng" w="9525">
              <a:solidFill>
                <a:srgbClr val="F48618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557" name="Google Shape;557;p12"/>
            <p:cNvCxnSpPr/>
            <p:nvPr/>
          </p:nvCxnSpPr>
          <p:spPr>
            <a:xfrm flipH="1" rot="-5400000">
              <a:off x="4343400" y="4648200"/>
              <a:ext cx="228600" cy="76200"/>
            </a:xfrm>
            <a:prstGeom prst="straightConnector1">
              <a:avLst/>
            </a:prstGeom>
            <a:noFill/>
            <a:ln cap="flat" cmpd="sng" w="9525">
              <a:solidFill>
                <a:srgbClr val="F48618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558" name="Google Shape;558;p12"/>
            <p:cNvCxnSpPr/>
            <p:nvPr/>
          </p:nvCxnSpPr>
          <p:spPr>
            <a:xfrm>
              <a:off x="5106988" y="4191000"/>
              <a:ext cx="379412" cy="76200"/>
            </a:xfrm>
            <a:prstGeom prst="straightConnector1">
              <a:avLst/>
            </a:prstGeom>
            <a:noFill/>
            <a:ln cap="flat" cmpd="sng" w="9525">
              <a:solidFill>
                <a:srgbClr val="F48618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559" name="Google Shape;559;p12"/>
            <p:cNvCxnSpPr/>
            <p:nvPr/>
          </p:nvCxnSpPr>
          <p:spPr>
            <a:xfrm>
              <a:off x="6705600" y="4267200"/>
              <a:ext cx="228600" cy="76200"/>
            </a:xfrm>
            <a:prstGeom prst="straightConnector1">
              <a:avLst/>
            </a:prstGeom>
            <a:noFill/>
            <a:ln cap="flat" cmpd="sng" w="9525">
              <a:solidFill>
                <a:srgbClr val="F48618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560" name="Google Shape;560;p12"/>
            <p:cNvCxnSpPr/>
            <p:nvPr/>
          </p:nvCxnSpPr>
          <p:spPr>
            <a:xfrm>
              <a:off x="5105400" y="5029200"/>
              <a:ext cx="304800" cy="76200"/>
            </a:xfrm>
            <a:prstGeom prst="straightConnector1">
              <a:avLst/>
            </a:prstGeom>
            <a:noFill/>
            <a:ln cap="flat" cmpd="sng" w="9525">
              <a:solidFill>
                <a:srgbClr val="F48618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561" name="Google Shape;561;p12"/>
            <p:cNvCxnSpPr/>
            <p:nvPr/>
          </p:nvCxnSpPr>
          <p:spPr>
            <a:xfrm>
              <a:off x="4954588" y="2438400"/>
              <a:ext cx="379412" cy="38100"/>
            </a:xfrm>
            <a:prstGeom prst="straightConnector1">
              <a:avLst/>
            </a:prstGeom>
            <a:noFill/>
            <a:ln cap="flat" cmpd="sng" w="9525">
              <a:solidFill>
                <a:srgbClr val="F48618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562" name="Google Shape;562;p12"/>
            <p:cNvCxnSpPr/>
            <p:nvPr/>
          </p:nvCxnSpPr>
          <p:spPr>
            <a:xfrm>
              <a:off x="6554788" y="2438400"/>
              <a:ext cx="379412" cy="38100"/>
            </a:xfrm>
            <a:prstGeom prst="straightConnector1">
              <a:avLst/>
            </a:prstGeom>
            <a:noFill/>
            <a:ln cap="flat" cmpd="sng" w="9525">
              <a:solidFill>
                <a:srgbClr val="F48618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</p:grpSp>
      <p:grpSp>
        <p:nvGrpSpPr>
          <p:cNvPr id="563" name="Google Shape;563;p12"/>
          <p:cNvGrpSpPr/>
          <p:nvPr/>
        </p:nvGrpSpPr>
        <p:grpSpPr>
          <a:xfrm>
            <a:off x="-76200" y="6515100"/>
            <a:ext cx="9296400" cy="342900"/>
            <a:chOff x="-76200" y="6515100"/>
            <a:chExt cx="9296400" cy="342900"/>
          </a:xfrm>
        </p:grpSpPr>
        <p:cxnSp>
          <p:nvCxnSpPr>
            <p:cNvPr id="564" name="Google Shape;564;p12"/>
            <p:cNvCxnSpPr/>
            <p:nvPr/>
          </p:nvCxnSpPr>
          <p:spPr>
            <a:xfrm>
              <a:off x="-76200" y="6553200"/>
              <a:ext cx="92964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none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565" name="Google Shape;565;p12"/>
            <p:cNvSpPr txBox="1"/>
            <p:nvPr/>
          </p:nvSpPr>
          <p:spPr>
            <a:xfrm>
              <a:off x="381000" y="6515100"/>
              <a:ext cx="8402638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&amp; Engineering</a:t>
              </a:r>
              <a:endParaRPr/>
            </a:p>
          </p:txBody>
        </p:sp>
      </p:grpSp>
      <p:pic>
        <p:nvPicPr>
          <p:cNvPr descr="kle-tech-logo.png" id="566" name="Google Shape;566;p12"/>
          <p:cNvPicPr preferRelativeResize="0"/>
          <p:nvPr/>
        </p:nvPicPr>
        <p:blipFill rotWithShape="1">
          <a:blip r:embed="rId3">
            <a:alphaModFix/>
          </a:blip>
          <a:srcRect b="0" l="0" r="75985" t="0"/>
          <a:stretch/>
        </p:blipFill>
        <p:spPr>
          <a:xfrm>
            <a:off x="93662" y="109537"/>
            <a:ext cx="636587" cy="62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3"/>
          <p:cNvSpPr txBox="1"/>
          <p:nvPr>
            <p:ph type="title"/>
          </p:nvPr>
        </p:nvSpPr>
        <p:spPr>
          <a:xfrm>
            <a:off x="838200" y="274637"/>
            <a:ext cx="7848600" cy="582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Calibri"/>
              <a:buNone/>
            </a:pPr>
            <a:r>
              <a:rPr b="0" i="0" lang="en-US" sz="28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Introduction: java programming</a:t>
            </a:r>
            <a:endParaRPr/>
          </a:p>
        </p:txBody>
      </p:sp>
      <p:sp>
        <p:nvSpPr>
          <p:cNvPr id="572" name="Google Shape;572;p13"/>
          <p:cNvSpPr txBox="1"/>
          <p:nvPr>
            <p:ph idx="1" type="body"/>
          </p:nvPr>
        </p:nvSpPr>
        <p:spPr>
          <a:xfrm>
            <a:off x="285750" y="928687"/>
            <a:ext cx="8643937" cy="5643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Configuration of Java program execution environment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rgbClr val="474747"/>
              </a:buClr>
              <a:buSzPts val="1900"/>
              <a:buFont typeface="Arial"/>
              <a:buChar char="–"/>
            </a:pPr>
            <a:r>
              <a:rPr b="0" i="0" lang="en-US" sz="19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PATH : Environment variable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Java program structure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Program = code + data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474747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Primitive types: Integer type, floating, char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474747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Non-primitive types : array, string, class and interface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Code: Programming constructs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474747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Key words: 50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474747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Control statements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474747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Iterative statements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rgbClr val="474747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 Operators: Logical, relational and arithmetic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Coding standards: Pascal and Camel notation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Reading input to java programs: command Line, Scanner object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474747"/>
              </a:buClr>
              <a:buSzPts val="2500"/>
              <a:buFont typeface="Arial"/>
              <a:buChar char="•"/>
            </a:pPr>
            <a:r>
              <a:rPr b="0" i="0" lang="en-US" sz="25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Array in java</a:t>
            </a:r>
            <a:endParaRPr/>
          </a:p>
          <a:p>
            <a:pPr indent="-184150" lvl="0" marL="3429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b="0" i="0" sz="2500" u="non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1" marL="74295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6050" lvl="1" marL="74295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42900" marR="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3" name="Google Shape;573;p13"/>
          <p:cNvGrpSpPr/>
          <p:nvPr/>
        </p:nvGrpSpPr>
        <p:grpSpPr>
          <a:xfrm>
            <a:off x="-76200" y="6515100"/>
            <a:ext cx="9296400" cy="342900"/>
            <a:chOff x="-76200" y="6515100"/>
            <a:chExt cx="9296400" cy="342900"/>
          </a:xfrm>
        </p:grpSpPr>
        <p:cxnSp>
          <p:nvCxnSpPr>
            <p:cNvPr id="574" name="Google Shape;574;p13"/>
            <p:cNvCxnSpPr/>
            <p:nvPr/>
          </p:nvCxnSpPr>
          <p:spPr>
            <a:xfrm>
              <a:off x="-76200" y="6553200"/>
              <a:ext cx="92964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none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575" name="Google Shape;575;p13"/>
            <p:cNvSpPr txBox="1"/>
            <p:nvPr/>
          </p:nvSpPr>
          <p:spPr>
            <a:xfrm>
              <a:off x="381000" y="6515100"/>
              <a:ext cx="8402638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&amp; Engineering</a:t>
              </a:r>
              <a:endParaRPr/>
            </a:p>
          </p:txBody>
        </p:sp>
      </p:grpSp>
      <p:pic>
        <p:nvPicPr>
          <p:cNvPr descr="kle-tech-logo.png" id="576" name="Google Shape;576;p13"/>
          <p:cNvPicPr preferRelativeResize="0"/>
          <p:nvPr/>
        </p:nvPicPr>
        <p:blipFill rotWithShape="1">
          <a:blip r:embed="rId3">
            <a:alphaModFix/>
          </a:blip>
          <a:srcRect b="0" l="0" r="75985" t="0"/>
          <a:stretch/>
        </p:blipFill>
        <p:spPr>
          <a:xfrm>
            <a:off x="93662" y="109537"/>
            <a:ext cx="636587" cy="62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4"/>
          <p:cNvSpPr txBox="1"/>
          <p:nvPr>
            <p:ph type="title"/>
          </p:nvPr>
        </p:nvSpPr>
        <p:spPr>
          <a:xfrm>
            <a:off x="914400" y="274637"/>
            <a:ext cx="7772400" cy="582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Calibri"/>
              <a:buNone/>
            </a:pPr>
            <a:r>
              <a:rPr b="0" i="0" lang="en-US" sz="28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Introduction:  java programming : Key words</a:t>
            </a:r>
            <a:endParaRPr/>
          </a:p>
        </p:txBody>
      </p:sp>
      <p:sp>
        <p:nvSpPr>
          <p:cNvPr id="582" name="Google Shape;582;p14"/>
          <p:cNvSpPr txBox="1"/>
          <p:nvPr>
            <p:ph idx="1" type="body"/>
          </p:nvPr>
        </p:nvSpPr>
        <p:spPr>
          <a:xfrm>
            <a:off x="285750" y="928687"/>
            <a:ext cx="8643937" cy="5643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abstract		 default	implements		this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assert		do		import		true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boolean		double	instanceof		throw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break		else		int 			throws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byte		enum		interface		while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case		extends	long			return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catch		false		new			short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char		final		null			static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class		finally		package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float		private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continue		for		super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3" name="Google Shape;583;p14"/>
          <p:cNvGrpSpPr/>
          <p:nvPr/>
        </p:nvGrpSpPr>
        <p:grpSpPr>
          <a:xfrm>
            <a:off x="-76200" y="6515100"/>
            <a:ext cx="9296400" cy="342900"/>
            <a:chOff x="-76200" y="6515100"/>
            <a:chExt cx="9296400" cy="342900"/>
          </a:xfrm>
        </p:grpSpPr>
        <p:cxnSp>
          <p:nvCxnSpPr>
            <p:cNvPr id="584" name="Google Shape;584;p14"/>
            <p:cNvCxnSpPr/>
            <p:nvPr/>
          </p:nvCxnSpPr>
          <p:spPr>
            <a:xfrm>
              <a:off x="-76200" y="6553200"/>
              <a:ext cx="92964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none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585" name="Google Shape;585;p14"/>
            <p:cNvSpPr txBox="1"/>
            <p:nvPr/>
          </p:nvSpPr>
          <p:spPr>
            <a:xfrm>
              <a:off x="381000" y="6515100"/>
              <a:ext cx="8402638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&amp; Engineering</a:t>
              </a:r>
              <a:endParaRPr/>
            </a:p>
          </p:txBody>
        </p:sp>
      </p:grpSp>
      <p:pic>
        <p:nvPicPr>
          <p:cNvPr descr="kle-tech-logo.png" id="586" name="Google Shape;586;p14"/>
          <p:cNvPicPr preferRelativeResize="0"/>
          <p:nvPr/>
        </p:nvPicPr>
        <p:blipFill rotWithShape="1">
          <a:blip r:embed="rId3">
            <a:alphaModFix/>
          </a:blip>
          <a:srcRect b="0" l="0" r="75985" t="0"/>
          <a:stretch/>
        </p:blipFill>
        <p:spPr>
          <a:xfrm>
            <a:off x="93662" y="109537"/>
            <a:ext cx="636587" cy="62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5"/>
          <p:cNvSpPr txBox="1"/>
          <p:nvPr>
            <p:ph type="title"/>
          </p:nvPr>
        </p:nvSpPr>
        <p:spPr>
          <a:xfrm>
            <a:off x="838200" y="274637"/>
            <a:ext cx="7848600" cy="582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Calibri"/>
              <a:buNone/>
            </a:pPr>
            <a:r>
              <a:rPr b="0" i="0" lang="en-US" sz="28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Introduction:  java programming: Data types</a:t>
            </a:r>
            <a:endParaRPr/>
          </a:p>
        </p:txBody>
      </p:sp>
      <p:sp>
        <p:nvSpPr>
          <p:cNvPr id="592" name="Google Shape;592;p15"/>
          <p:cNvSpPr txBox="1"/>
          <p:nvPr>
            <p:ph idx="1" type="body"/>
          </p:nvPr>
        </p:nvSpPr>
        <p:spPr>
          <a:xfrm>
            <a:off x="285750" y="857250"/>
            <a:ext cx="8643937" cy="585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1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Integer Type		Memory in bytes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byte				1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short				2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int				4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long				8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1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Floating Type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float				4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double				8</a:t>
            </a:r>
            <a:endParaRPr b="0" i="0" sz="2800" u="none" cap="none" strike="noStrik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1" lang="en-US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Textual	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char				2 (Unicode character)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None/>
            </a:pPr>
            <a:r>
              <a:rPr b="1" i="1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Logical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Boolean				1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3" name="Google Shape;593;p15"/>
          <p:cNvGrpSpPr/>
          <p:nvPr/>
        </p:nvGrpSpPr>
        <p:grpSpPr>
          <a:xfrm>
            <a:off x="-76200" y="6515100"/>
            <a:ext cx="9296400" cy="342900"/>
            <a:chOff x="-76200" y="6515100"/>
            <a:chExt cx="9296400" cy="342900"/>
          </a:xfrm>
        </p:grpSpPr>
        <p:cxnSp>
          <p:nvCxnSpPr>
            <p:cNvPr id="594" name="Google Shape;594;p15"/>
            <p:cNvCxnSpPr/>
            <p:nvPr/>
          </p:nvCxnSpPr>
          <p:spPr>
            <a:xfrm>
              <a:off x="-76200" y="6553200"/>
              <a:ext cx="92964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none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595" name="Google Shape;595;p15"/>
            <p:cNvSpPr txBox="1"/>
            <p:nvPr/>
          </p:nvSpPr>
          <p:spPr>
            <a:xfrm>
              <a:off x="381000" y="6515100"/>
              <a:ext cx="8402638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&amp; Engineering</a:t>
              </a:r>
              <a:endParaRPr/>
            </a:p>
          </p:txBody>
        </p:sp>
      </p:grpSp>
      <p:pic>
        <p:nvPicPr>
          <p:cNvPr descr="kle-tech-logo.png" id="596" name="Google Shape;596;p15"/>
          <p:cNvPicPr preferRelativeResize="0"/>
          <p:nvPr/>
        </p:nvPicPr>
        <p:blipFill rotWithShape="1">
          <a:blip r:embed="rId3">
            <a:alphaModFix/>
          </a:blip>
          <a:srcRect b="0" l="0" r="75985" t="0"/>
          <a:stretch/>
        </p:blipFill>
        <p:spPr>
          <a:xfrm>
            <a:off x="93662" y="109537"/>
            <a:ext cx="636587" cy="62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6"/>
          <p:cNvSpPr txBox="1"/>
          <p:nvPr>
            <p:ph type="title"/>
          </p:nvPr>
        </p:nvSpPr>
        <p:spPr>
          <a:xfrm>
            <a:off x="838200" y="274637"/>
            <a:ext cx="7848600" cy="582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Calibri"/>
              <a:buNone/>
            </a:pPr>
            <a:r>
              <a:rPr b="0" i="0" lang="en-US" sz="28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Introduction:  java programming: Coding standards</a:t>
            </a:r>
            <a:endParaRPr/>
          </a:p>
        </p:txBody>
      </p:sp>
      <p:sp>
        <p:nvSpPr>
          <p:cNvPr id="602" name="Google Shape;602;p16"/>
          <p:cNvSpPr txBox="1"/>
          <p:nvPr>
            <p:ph idx="4294967295" type="body"/>
          </p:nvPr>
        </p:nvSpPr>
        <p:spPr>
          <a:xfrm>
            <a:off x="285720" y="928670"/>
            <a:ext cx="8643998" cy="56436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Set of guidelines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Enhance the readability and clarity of the program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64646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Make it easy to debug and maintain the program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64646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Class name: 	Should follow Pascal Case</a:t>
            </a:r>
            <a:endParaRPr/>
          </a:p>
          <a:p>
            <a:pPr indent="-228600" lvl="5" marL="2514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i. First letter should be Upper case</a:t>
            </a:r>
            <a:endParaRPr/>
          </a:p>
          <a:p>
            <a:pPr indent="-228600" lvl="5" marL="2514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ii. First letter of each internal word should be 		    capitalized (if it is present)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64646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Instance variable, Reference Variable &amp; method name		i. </a:t>
            </a:r>
            <a:r>
              <a:rPr b="0" i="0" lang="en-US" sz="2400" u="none" cap="none" strike="noStrike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First letter should be lower case</a:t>
            </a:r>
            <a:endParaRPr/>
          </a:p>
          <a:p>
            <a:pPr indent="-228600" lvl="6" marL="29718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ii. . First letter of each internal word should be capitalized (if it is present)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464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3" name="Google Shape;603;p16"/>
          <p:cNvGrpSpPr/>
          <p:nvPr/>
        </p:nvGrpSpPr>
        <p:grpSpPr>
          <a:xfrm>
            <a:off x="-76200" y="6515100"/>
            <a:ext cx="9296400" cy="342900"/>
            <a:chOff x="-76200" y="6515100"/>
            <a:chExt cx="9296400" cy="342900"/>
          </a:xfrm>
        </p:grpSpPr>
        <p:cxnSp>
          <p:nvCxnSpPr>
            <p:cNvPr id="604" name="Google Shape;604;p16"/>
            <p:cNvCxnSpPr/>
            <p:nvPr/>
          </p:nvCxnSpPr>
          <p:spPr>
            <a:xfrm>
              <a:off x="-76200" y="6553200"/>
              <a:ext cx="92964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none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605" name="Google Shape;605;p16"/>
            <p:cNvSpPr txBox="1"/>
            <p:nvPr/>
          </p:nvSpPr>
          <p:spPr>
            <a:xfrm>
              <a:off x="381000" y="6515100"/>
              <a:ext cx="8402638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&amp; Engineering</a:t>
              </a:r>
              <a:endParaRPr/>
            </a:p>
          </p:txBody>
        </p:sp>
      </p:grpSp>
      <p:pic>
        <p:nvPicPr>
          <p:cNvPr descr="kle-tech-logo.png" id="606" name="Google Shape;606;p16"/>
          <p:cNvPicPr preferRelativeResize="0"/>
          <p:nvPr/>
        </p:nvPicPr>
        <p:blipFill rotWithShape="1">
          <a:blip r:embed="rId3">
            <a:alphaModFix/>
          </a:blip>
          <a:srcRect b="0" l="0" r="75985" t="0"/>
          <a:stretch/>
        </p:blipFill>
        <p:spPr>
          <a:xfrm>
            <a:off x="93662" y="109537"/>
            <a:ext cx="636587" cy="62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7"/>
          <p:cNvSpPr txBox="1"/>
          <p:nvPr>
            <p:ph type="title"/>
          </p:nvPr>
        </p:nvSpPr>
        <p:spPr>
          <a:xfrm>
            <a:off x="914400" y="274637"/>
            <a:ext cx="7772400" cy="582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Calibri"/>
              <a:buNone/>
            </a:pPr>
            <a:r>
              <a:rPr b="0" i="0" lang="en-US" sz="28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Introduction:  java programming: program structure</a:t>
            </a:r>
            <a:endParaRPr/>
          </a:p>
        </p:txBody>
      </p:sp>
      <p:sp>
        <p:nvSpPr>
          <p:cNvPr id="612" name="Google Shape;612;p17"/>
          <p:cNvSpPr txBox="1"/>
          <p:nvPr>
            <p:ph idx="1" type="body"/>
          </p:nvPr>
        </p:nvSpPr>
        <p:spPr>
          <a:xfrm>
            <a:off x="285750" y="990600"/>
            <a:ext cx="8643937" cy="5643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[package statement;]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[import statements;]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[Interface definition]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[class definition]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class  classname		// starter class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public static void main(String[] args)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	// code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2800" u="none" cap="none" strike="noStrik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3" name="Google Shape;613;p17"/>
          <p:cNvGrpSpPr/>
          <p:nvPr/>
        </p:nvGrpSpPr>
        <p:grpSpPr>
          <a:xfrm>
            <a:off x="-76200" y="6515100"/>
            <a:ext cx="9296400" cy="342900"/>
            <a:chOff x="-76200" y="6515100"/>
            <a:chExt cx="9296400" cy="342900"/>
          </a:xfrm>
        </p:grpSpPr>
        <p:cxnSp>
          <p:nvCxnSpPr>
            <p:cNvPr id="614" name="Google Shape;614;p17"/>
            <p:cNvCxnSpPr/>
            <p:nvPr/>
          </p:nvCxnSpPr>
          <p:spPr>
            <a:xfrm>
              <a:off x="-76200" y="6553200"/>
              <a:ext cx="92964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none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615" name="Google Shape;615;p17"/>
            <p:cNvSpPr txBox="1"/>
            <p:nvPr/>
          </p:nvSpPr>
          <p:spPr>
            <a:xfrm>
              <a:off x="381000" y="6515100"/>
              <a:ext cx="8402638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&amp; Engineering</a:t>
              </a:r>
              <a:endParaRPr/>
            </a:p>
          </p:txBody>
        </p:sp>
      </p:grpSp>
      <p:pic>
        <p:nvPicPr>
          <p:cNvPr descr="kle-tech-logo.png" id="616" name="Google Shape;616;p17"/>
          <p:cNvPicPr preferRelativeResize="0"/>
          <p:nvPr/>
        </p:nvPicPr>
        <p:blipFill rotWithShape="1">
          <a:blip r:embed="rId3">
            <a:alphaModFix/>
          </a:blip>
          <a:srcRect b="0" l="0" r="75985" t="0"/>
          <a:stretch/>
        </p:blipFill>
        <p:spPr>
          <a:xfrm>
            <a:off x="93662" y="109537"/>
            <a:ext cx="636587" cy="62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8"/>
          <p:cNvSpPr txBox="1"/>
          <p:nvPr>
            <p:ph type="title"/>
          </p:nvPr>
        </p:nvSpPr>
        <p:spPr>
          <a:xfrm>
            <a:off x="914400" y="274637"/>
            <a:ext cx="7772400" cy="582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Calibri"/>
              <a:buNone/>
            </a:pPr>
            <a:r>
              <a:rPr b="0" i="0" lang="en-US" sz="28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Introduction:  java programming: Example</a:t>
            </a:r>
            <a:endParaRPr/>
          </a:p>
        </p:txBody>
      </p:sp>
      <p:sp>
        <p:nvSpPr>
          <p:cNvPr id="622" name="Google Shape;622;p18"/>
          <p:cNvSpPr txBox="1"/>
          <p:nvPr>
            <p:ph idx="1" type="body"/>
          </p:nvPr>
        </p:nvSpPr>
        <p:spPr>
          <a:xfrm>
            <a:off x="285750" y="928687"/>
            <a:ext cx="8643937" cy="5643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// starter class or test program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class HelloWorld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public static void main(String[] args)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System.out.println(“Hello world”);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3" name="Google Shape;623;p18"/>
          <p:cNvGrpSpPr/>
          <p:nvPr/>
        </p:nvGrpSpPr>
        <p:grpSpPr>
          <a:xfrm>
            <a:off x="-76200" y="6515100"/>
            <a:ext cx="9296400" cy="342900"/>
            <a:chOff x="-76200" y="6515100"/>
            <a:chExt cx="9296400" cy="342900"/>
          </a:xfrm>
        </p:grpSpPr>
        <p:cxnSp>
          <p:nvCxnSpPr>
            <p:cNvPr id="624" name="Google Shape;624;p18"/>
            <p:cNvCxnSpPr/>
            <p:nvPr/>
          </p:nvCxnSpPr>
          <p:spPr>
            <a:xfrm>
              <a:off x="-76200" y="6553200"/>
              <a:ext cx="92964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none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625" name="Google Shape;625;p18"/>
            <p:cNvSpPr txBox="1"/>
            <p:nvPr/>
          </p:nvSpPr>
          <p:spPr>
            <a:xfrm>
              <a:off x="381000" y="6515100"/>
              <a:ext cx="8402638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&amp; Engineering</a:t>
              </a:r>
              <a:endParaRPr/>
            </a:p>
          </p:txBody>
        </p:sp>
      </p:grpSp>
      <p:pic>
        <p:nvPicPr>
          <p:cNvPr descr="kle-tech-logo.png" id="626" name="Google Shape;626;p18"/>
          <p:cNvPicPr preferRelativeResize="0"/>
          <p:nvPr/>
        </p:nvPicPr>
        <p:blipFill rotWithShape="1">
          <a:blip r:embed="rId3">
            <a:alphaModFix/>
          </a:blip>
          <a:srcRect b="0" l="0" r="75985" t="0"/>
          <a:stretch/>
        </p:blipFill>
        <p:spPr>
          <a:xfrm>
            <a:off x="93662" y="109537"/>
            <a:ext cx="636587" cy="62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9"/>
          <p:cNvSpPr txBox="1"/>
          <p:nvPr>
            <p:ph type="title"/>
          </p:nvPr>
        </p:nvSpPr>
        <p:spPr>
          <a:xfrm>
            <a:off x="914400" y="103187"/>
            <a:ext cx="7772400" cy="582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500"/>
              <a:buFont typeface="Calibri"/>
              <a:buNone/>
            </a:pPr>
            <a:r>
              <a:rPr b="0" i="0" lang="en-US" sz="25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Introduction:  java programming: Reading input from console</a:t>
            </a:r>
            <a:endParaRPr/>
          </a:p>
        </p:txBody>
      </p:sp>
      <p:sp>
        <p:nvSpPr>
          <p:cNvPr id="632" name="Google Shape;632;p19"/>
          <p:cNvSpPr txBox="1"/>
          <p:nvPr>
            <p:ph idx="1" type="body"/>
          </p:nvPr>
        </p:nvSpPr>
        <p:spPr>
          <a:xfrm>
            <a:off x="285750" y="785812"/>
            <a:ext cx="8643937" cy="585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class CmdArgumentsDemo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public static void main(String[] args)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// prints first element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System.out.println(args[0]);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for(int i=0;i&lt;args.length;i++)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System.out.println(args[i]);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//foreach version in java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/*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for(String s: args)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System.out.println(s);	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}*/	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-190500" lvl="1" marL="7429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342900" marR="0" rtl="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3" name="Google Shape;633;p19"/>
          <p:cNvGrpSpPr/>
          <p:nvPr/>
        </p:nvGrpSpPr>
        <p:grpSpPr>
          <a:xfrm>
            <a:off x="-76200" y="6515100"/>
            <a:ext cx="9296400" cy="342900"/>
            <a:chOff x="-76200" y="6515100"/>
            <a:chExt cx="9296400" cy="342900"/>
          </a:xfrm>
        </p:grpSpPr>
        <p:cxnSp>
          <p:nvCxnSpPr>
            <p:cNvPr id="634" name="Google Shape;634;p19"/>
            <p:cNvCxnSpPr/>
            <p:nvPr/>
          </p:nvCxnSpPr>
          <p:spPr>
            <a:xfrm>
              <a:off x="-76200" y="6553200"/>
              <a:ext cx="92964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none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635" name="Google Shape;635;p19"/>
            <p:cNvSpPr txBox="1"/>
            <p:nvPr/>
          </p:nvSpPr>
          <p:spPr>
            <a:xfrm>
              <a:off x="381000" y="6515100"/>
              <a:ext cx="8402638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&amp; Engineering</a:t>
              </a:r>
              <a:endParaRPr/>
            </a:p>
          </p:txBody>
        </p:sp>
      </p:grpSp>
      <p:pic>
        <p:nvPicPr>
          <p:cNvPr descr="kle-tech-logo.png" id="636" name="Google Shape;636;p19"/>
          <p:cNvPicPr preferRelativeResize="0"/>
          <p:nvPr/>
        </p:nvPicPr>
        <p:blipFill rotWithShape="1">
          <a:blip r:embed="rId3">
            <a:alphaModFix/>
          </a:blip>
          <a:srcRect b="0" l="0" r="75985" t="0"/>
          <a:stretch/>
        </p:blipFill>
        <p:spPr>
          <a:xfrm>
            <a:off x="93662" y="109537"/>
            <a:ext cx="636587" cy="62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0"/>
          <p:cNvSpPr txBox="1"/>
          <p:nvPr>
            <p:ph type="title"/>
          </p:nvPr>
        </p:nvSpPr>
        <p:spPr>
          <a:xfrm>
            <a:off x="838200" y="274637"/>
            <a:ext cx="7848600" cy="582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800"/>
              <a:buFont typeface="Calibri"/>
              <a:buNone/>
            </a:pPr>
            <a:r>
              <a:rPr b="0" i="0" lang="en-US" sz="28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Introduction:  java programming: Assignment</a:t>
            </a:r>
            <a:endParaRPr/>
          </a:p>
        </p:txBody>
      </p:sp>
      <p:sp>
        <p:nvSpPr>
          <p:cNvPr id="642" name="Google Shape;642;p20"/>
          <p:cNvSpPr txBox="1"/>
          <p:nvPr>
            <p:ph idx="1" type="body"/>
          </p:nvPr>
        </p:nvSpPr>
        <p:spPr>
          <a:xfrm>
            <a:off x="285750" y="909637"/>
            <a:ext cx="8643937" cy="5643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Write a java program to read two numbers from user and display sum. Use command line arguments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4747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3" name="Google Shape;643;p20"/>
          <p:cNvGrpSpPr/>
          <p:nvPr/>
        </p:nvGrpSpPr>
        <p:grpSpPr>
          <a:xfrm>
            <a:off x="-76200" y="6515100"/>
            <a:ext cx="9296400" cy="342900"/>
            <a:chOff x="-76200" y="6515100"/>
            <a:chExt cx="9296400" cy="342900"/>
          </a:xfrm>
        </p:grpSpPr>
        <p:cxnSp>
          <p:nvCxnSpPr>
            <p:cNvPr id="644" name="Google Shape;644;p20"/>
            <p:cNvCxnSpPr/>
            <p:nvPr/>
          </p:nvCxnSpPr>
          <p:spPr>
            <a:xfrm>
              <a:off x="-76200" y="6553200"/>
              <a:ext cx="92964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miter lim="800000"/>
              <a:headEnd len="med" w="med" type="none"/>
              <a:tailEnd len="med" w="med" type="none"/>
            </a:ln>
            <a:effectLst>
              <a:outerShdw blurRad="63500" dir="5400000" dist="20000">
                <a:srgbClr val="808080">
                  <a:alpha val="37647"/>
                </a:srgbClr>
              </a:outerShdw>
            </a:effectLst>
          </p:spPr>
        </p:cxnSp>
        <p:sp>
          <p:nvSpPr>
            <p:cNvPr id="645" name="Google Shape;645;p20"/>
            <p:cNvSpPr txBox="1"/>
            <p:nvPr/>
          </p:nvSpPr>
          <p:spPr>
            <a:xfrm>
              <a:off x="381000" y="6515100"/>
              <a:ext cx="8402638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Calibri"/>
                <a:buNone/>
              </a:pPr>
              <a:r>
                <a:rPr b="0" i="0" lang="en-US" sz="1600" u="none">
                  <a:solidFill>
                    <a:srgbClr val="262626"/>
                  </a:solidFill>
                  <a:latin typeface="Calibri"/>
                  <a:ea typeface="Calibri"/>
                  <a:cs typeface="Calibri"/>
                  <a:sym typeface="Calibri"/>
                </a:rPr>
                <a:t>School of Computer Science &amp; Engineering</a:t>
              </a:r>
              <a:endParaRPr/>
            </a:p>
          </p:txBody>
        </p:sp>
      </p:grpSp>
      <p:pic>
        <p:nvPicPr>
          <p:cNvPr descr="kle-tech-logo.png" id="646" name="Google Shape;646;p20"/>
          <p:cNvPicPr preferRelativeResize="0"/>
          <p:nvPr/>
        </p:nvPicPr>
        <p:blipFill rotWithShape="1">
          <a:blip r:embed="rId3">
            <a:alphaModFix/>
          </a:blip>
          <a:srcRect b="0" l="0" r="75985" t="0"/>
          <a:stretch/>
        </p:blipFill>
        <p:spPr>
          <a:xfrm>
            <a:off x="93662" y="109537"/>
            <a:ext cx="636587" cy="62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6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3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7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4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0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2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1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26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7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6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24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1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2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8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9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4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25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13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19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22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18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17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20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15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5_Introducing PowerPoint 2011">
  <a:themeElements>
    <a:clrScheme name="Fresh">
      <a:dk1>
        <a:srgbClr val="262626"/>
      </a:dk1>
      <a:lt1>
        <a:srgbClr val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2010-05-03T20:57:59Z</dcterms:created>
  <dc:creator/>
</cp:coreProperties>
</file>