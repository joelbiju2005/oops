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09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8DCA9-D2BD-42B9-A2A6-5238642A720B}" type="datetimeFigureOut">
              <a:rPr lang="en-US" smtClean="0"/>
              <a:pPr/>
              <a:t>5/3/2026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52E1F-31B3-43F5-8B91-16077386BAF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7216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AnonymousDemo.java : creating anonymous class</a:t>
            </a:r>
          </a:p>
          <a:p>
            <a:r>
              <a:rPr lang="en-US" sz="2800" dirty="0" smtClean="0"/>
              <a:t>Demo.java: For default methods in interface</a:t>
            </a: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Lambda Expressions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Introduction</a:t>
            </a:r>
          </a:p>
          <a:p>
            <a:r>
              <a:rPr lang="en-US" sz="2800" dirty="0" smtClean="0"/>
              <a:t>Block Lambda Expressions</a:t>
            </a:r>
          </a:p>
          <a:p>
            <a:r>
              <a:rPr lang="en-US" sz="2800" dirty="0" smtClean="0"/>
              <a:t>Generic Functional Interface</a:t>
            </a:r>
          </a:p>
          <a:p>
            <a:r>
              <a:rPr lang="en-US" sz="2800" dirty="0" smtClean="0"/>
              <a:t>Passing Lambda Expressions as Arguments</a:t>
            </a:r>
          </a:p>
          <a:p>
            <a:r>
              <a:rPr lang="en-US" sz="2800" dirty="0" smtClean="0"/>
              <a:t>Lambda Expressions and Exceptions</a:t>
            </a:r>
          </a:p>
          <a:p>
            <a:r>
              <a:rPr lang="en-US" sz="2800" dirty="0" smtClean="0"/>
              <a:t>Lambda expressions and variable capture</a:t>
            </a:r>
          </a:p>
          <a:p>
            <a:r>
              <a:rPr lang="en-US" sz="2800" dirty="0" smtClean="0"/>
              <a:t>Method references</a:t>
            </a:r>
          </a:p>
          <a:p>
            <a:r>
              <a:rPr lang="en-US" sz="2800" dirty="0" smtClean="0"/>
              <a:t>Constructor references</a:t>
            </a:r>
          </a:p>
          <a:p>
            <a:r>
              <a:rPr lang="en-US" sz="2800" dirty="0" smtClean="0"/>
              <a:t>Predefined Functional interfaces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Introduction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Two features added to java language changed the way the java code is written</a:t>
            </a:r>
          </a:p>
          <a:p>
            <a:pPr lvl="1"/>
            <a:r>
              <a:rPr lang="en-US" sz="2400" dirty="0" smtClean="0"/>
              <a:t>Generic programming</a:t>
            </a:r>
          </a:p>
          <a:p>
            <a:pPr lvl="1"/>
            <a:r>
              <a:rPr lang="en-US" sz="2400" dirty="0" smtClean="0"/>
              <a:t>Lambda Expressions</a:t>
            </a:r>
          </a:p>
          <a:p>
            <a:r>
              <a:rPr lang="en-US" dirty="0" smtClean="0"/>
              <a:t>Lambda Expressions</a:t>
            </a:r>
          </a:p>
          <a:p>
            <a:pPr lvl="1"/>
            <a:r>
              <a:rPr lang="en-US" dirty="0" smtClean="0"/>
              <a:t>Enhance java language</a:t>
            </a:r>
          </a:p>
          <a:p>
            <a:pPr lvl="2"/>
            <a:r>
              <a:rPr lang="en-US" dirty="0" smtClean="0"/>
              <a:t>Added new syntax elements that increase the expressive power of the language</a:t>
            </a:r>
          </a:p>
          <a:p>
            <a:pPr lvl="2"/>
            <a:r>
              <a:rPr lang="en-US" dirty="0" smtClean="0"/>
              <a:t>Capabilities added to java API: Ability to take advantage of parallel processing capabilities of multi-core environments  and the new </a:t>
            </a:r>
            <a:r>
              <a:rPr lang="en-US" b="1" dirty="0" smtClean="0"/>
              <a:t>Stream API</a:t>
            </a:r>
          </a:p>
          <a:p>
            <a:pPr lvl="2"/>
            <a:r>
              <a:rPr lang="en-US" b="1" dirty="0" smtClean="0"/>
              <a:t>Default method of interface and Method reference</a:t>
            </a:r>
          </a:p>
          <a:p>
            <a:pPr lvl="2"/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Lambda Expressions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Two major constructs related to lambda expressions</a:t>
            </a:r>
          </a:p>
          <a:p>
            <a:pPr lvl="1"/>
            <a:r>
              <a:rPr lang="en-US" sz="2400" dirty="0" smtClean="0"/>
              <a:t>Lambda expressions itself</a:t>
            </a:r>
          </a:p>
          <a:p>
            <a:pPr lvl="1"/>
            <a:r>
              <a:rPr lang="en-US" sz="2400" dirty="0" smtClean="0"/>
              <a:t>Functional interface</a:t>
            </a:r>
          </a:p>
          <a:p>
            <a:r>
              <a:rPr lang="en-US" dirty="0" smtClean="0"/>
              <a:t>Lambda expression?</a:t>
            </a:r>
          </a:p>
          <a:p>
            <a:pPr lvl="1"/>
            <a:r>
              <a:rPr lang="en-US" dirty="0" smtClean="0"/>
              <a:t>Is anonymous (un named ) method</a:t>
            </a:r>
          </a:p>
          <a:p>
            <a:pPr lvl="1"/>
            <a:r>
              <a:rPr lang="en-US" dirty="0" smtClean="0"/>
              <a:t>This method is not executing on its own</a:t>
            </a:r>
          </a:p>
          <a:p>
            <a:pPr lvl="1"/>
            <a:r>
              <a:rPr lang="en-US" dirty="0" smtClean="0"/>
              <a:t>It is used to implement  a method defined by a functional interface</a:t>
            </a:r>
          </a:p>
          <a:p>
            <a:pPr lvl="1"/>
            <a:r>
              <a:rPr lang="en-US" dirty="0" smtClean="0"/>
              <a:t>Lambda expressions results in a form of anonymous class</a:t>
            </a:r>
          </a:p>
          <a:p>
            <a:pPr lvl="1"/>
            <a:r>
              <a:rPr lang="en-US" dirty="0" smtClean="0"/>
              <a:t>They are commonly called as ‘</a:t>
            </a:r>
            <a:r>
              <a:rPr lang="en-US" i="1" dirty="0" smtClean="0"/>
              <a:t>closures’ [</a:t>
            </a:r>
            <a:r>
              <a:rPr lang="en-US" i="1" dirty="0" err="1" smtClean="0"/>
              <a:t>maths</a:t>
            </a:r>
            <a:r>
              <a:rPr lang="en-US" i="1" dirty="0" smtClean="0"/>
              <a:t> term?]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Functional Interface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Functional interface: is an interface that contains one and only one method</a:t>
            </a:r>
          </a:p>
          <a:p>
            <a:r>
              <a:rPr lang="en-US" sz="2800" dirty="0" smtClean="0"/>
              <a:t>A functional interface represents a single action</a:t>
            </a:r>
          </a:p>
          <a:p>
            <a:r>
              <a:rPr lang="en-US" sz="2800" dirty="0" smtClean="0"/>
              <a:t>Example: </a:t>
            </a:r>
          </a:p>
          <a:p>
            <a:pPr lvl="1"/>
            <a:r>
              <a:rPr lang="en-US" sz="2400" dirty="0" err="1" smtClean="0"/>
              <a:t>ActionListener</a:t>
            </a:r>
            <a:r>
              <a:rPr lang="en-US" sz="2400" dirty="0" smtClean="0"/>
              <a:t>: void </a:t>
            </a:r>
            <a:r>
              <a:rPr lang="en-US" sz="2400" dirty="0" err="1" smtClean="0"/>
              <a:t>actionPerformed</a:t>
            </a:r>
            <a:r>
              <a:rPr lang="en-US" sz="2400" dirty="0" smtClean="0"/>
              <a:t>(</a:t>
            </a:r>
            <a:r>
              <a:rPr lang="en-US" sz="2400" dirty="0" err="1" smtClean="0"/>
              <a:t>ActionEvent</a:t>
            </a:r>
            <a:r>
              <a:rPr lang="en-US" sz="2400" dirty="0" smtClean="0"/>
              <a:t> </a:t>
            </a:r>
            <a:r>
              <a:rPr lang="en-US" sz="2400" dirty="0" err="1" smtClean="0"/>
              <a:t>ae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dirty="0" err="1" smtClean="0"/>
              <a:t>Runnable</a:t>
            </a:r>
            <a:r>
              <a:rPr lang="en-US" sz="2400" dirty="0" smtClean="0"/>
              <a:t>: void run() : the run() defines an action of an </a:t>
            </a:r>
            <a:r>
              <a:rPr lang="en-US" sz="2400" dirty="0" err="1" smtClean="0"/>
              <a:t>Runnable</a:t>
            </a:r>
            <a:r>
              <a:rPr lang="en-US" sz="2400" dirty="0" smtClean="0"/>
              <a:t>.</a:t>
            </a:r>
          </a:p>
          <a:p>
            <a:r>
              <a:rPr lang="en-US" dirty="0" smtClean="0"/>
              <a:t>The functional interface defines the target type of the lambda expression</a:t>
            </a:r>
          </a:p>
          <a:p>
            <a:r>
              <a:rPr lang="en-US" dirty="0" smtClean="0"/>
              <a:t>They referred as : SAM (Single Abstract Method) types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Lambda Expressions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 The lambda expression introduces a new syntax element  and operator into the java language</a:t>
            </a:r>
          </a:p>
          <a:p>
            <a:r>
              <a:rPr lang="en-US" sz="2800" dirty="0" smtClean="0"/>
              <a:t>The operator is referred as : </a:t>
            </a:r>
            <a:r>
              <a:rPr lang="en-US" sz="2800" i="1" dirty="0" smtClean="0">
                <a:solidFill>
                  <a:srgbClr val="FF0000"/>
                </a:solidFill>
              </a:rPr>
              <a:t>lambda operator </a:t>
            </a:r>
            <a:r>
              <a:rPr lang="en-US" sz="2800" i="1" dirty="0" smtClean="0"/>
              <a:t>or arrow operator </a:t>
            </a:r>
            <a:r>
              <a:rPr lang="en-US" sz="2800" b="1" i="1" dirty="0" smtClean="0">
                <a:solidFill>
                  <a:srgbClr val="FF0000"/>
                </a:solidFill>
              </a:rPr>
              <a:t>-&gt;</a:t>
            </a:r>
          </a:p>
          <a:p>
            <a:r>
              <a:rPr lang="en-US" sz="2800" dirty="0" smtClean="0"/>
              <a:t>The operator divides the lambda expression into two parts</a:t>
            </a:r>
          </a:p>
          <a:p>
            <a:pPr lvl="1"/>
            <a:r>
              <a:rPr lang="en-US" sz="2400" dirty="0" smtClean="0"/>
              <a:t>The left side specifies any parameter required by the lambda expression</a:t>
            </a:r>
          </a:p>
          <a:p>
            <a:pPr lvl="1"/>
            <a:r>
              <a:rPr lang="en-US" sz="2400" dirty="0" smtClean="0"/>
              <a:t>The right side is lambda body (specifies actions of the lambda expression)</a:t>
            </a:r>
          </a:p>
          <a:p>
            <a:pPr lvl="1"/>
            <a:r>
              <a:rPr lang="en-US" sz="2400" b="1" dirty="0" smtClean="0"/>
              <a:t>-&gt;</a:t>
            </a:r>
            <a:r>
              <a:rPr lang="en-US" sz="2400" dirty="0" smtClean="0"/>
              <a:t> verbalized as “becomes” or “goes to”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Types of Lambda Expressions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Types</a:t>
            </a:r>
          </a:p>
          <a:p>
            <a:pPr lvl="1"/>
            <a:r>
              <a:rPr lang="en-US" sz="2400" dirty="0" smtClean="0"/>
              <a:t>Single expression</a:t>
            </a:r>
          </a:p>
          <a:p>
            <a:pPr lvl="1"/>
            <a:r>
              <a:rPr lang="en-US" sz="2400" dirty="0" smtClean="0"/>
              <a:t>A block of code</a:t>
            </a:r>
          </a:p>
          <a:p>
            <a:r>
              <a:rPr lang="en-US" dirty="0" smtClean="0"/>
              <a:t>Single expression</a:t>
            </a:r>
          </a:p>
          <a:p>
            <a:pPr lvl="1"/>
            <a:r>
              <a:rPr lang="en-US" dirty="0" smtClean="0"/>
              <a:t>() -&gt; 123.45 it evaluates to a </a:t>
            </a:r>
            <a:r>
              <a:rPr lang="en-US" smtClean="0"/>
              <a:t>constant </a:t>
            </a:r>
            <a:r>
              <a:rPr lang="en-US" smtClean="0"/>
              <a:t>value</a:t>
            </a:r>
            <a:endParaRPr lang="en-US" dirty="0" smtClean="0"/>
          </a:p>
          <a:p>
            <a:pPr lvl="1"/>
            <a:r>
              <a:rPr lang="en-US" dirty="0" smtClean="0"/>
              <a:t>It is similar to the following method</a:t>
            </a:r>
          </a:p>
          <a:p>
            <a:pPr lvl="1"/>
            <a:r>
              <a:rPr lang="en-US" dirty="0" smtClean="0"/>
              <a:t>double		</a:t>
            </a:r>
            <a:r>
              <a:rPr lang="en-US" dirty="0" err="1" smtClean="0"/>
              <a:t>myMeth</a:t>
            </a:r>
            <a:r>
              <a:rPr lang="en-US" dirty="0" smtClean="0"/>
              <a:t>() { return 123.45;} </a:t>
            </a:r>
          </a:p>
          <a:p>
            <a:r>
              <a:rPr lang="en-US" dirty="0" smtClean="0"/>
              <a:t>The method defined by a lambda expression does not have a name.</a:t>
            </a:r>
          </a:p>
          <a:p>
            <a:pPr lvl="1"/>
            <a:r>
              <a:rPr lang="en-US" dirty="0" smtClean="0"/>
              <a:t>() -&gt; </a:t>
            </a:r>
            <a:r>
              <a:rPr lang="en-US" dirty="0" err="1" smtClean="0"/>
              <a:t>Math.random</a:t>
            </a:r>
            <a:r>
              <a:rPr lang="en-US" dirty="0" smtClean="0"/>
              <a:t>()*100</a:t>
            </a:r>
          </a:p>
          <a:p>
            <a:pPr lvl="1"/>
            <a:r>
              <a:rPr lang="en-US" dirty="0" smtClean="0"/>
              <a:t>(n) -&gt; (n%2==0)    // returns true if n is even number</a:t>
            </a:r>
            <a:endParaRPr lang="en-US" dirty="0"/>
          </a:p>
          <a:p>
            <a:pPr lvl="1"/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Functional Interface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Few points about interfaces:</a:t>
            </a:r>
          </a:p>
          <a:p>
            <a:pPr lvl="1"/>
            <a:r>
              <a:rPr lang="en-US" sz="2400" dirty="0" smtClean="0"/>
              <a:t>Functional interface specifies only one abstract method</a:t>
            </a:r>
          </a:p>
          <a:p>
            <a:pPr lvl="1"/>
            <a:r>
              <a:rPr lang="en-US" sz="2400" dirty="0" smtClean="0"/>
              <a:t>It is possible to specify default behavior method for a method declared in an interface</a:t>
            </a:r>
          </a:p>
          <a:p>
            <a:pPr lvl="1"/>
            <a:r>
              <a:rPr lang="en-US" sz="2400" b="1" dirty="0" smtClean="0"/>
              <a:t>Syntax</a:t>
            </a:r>
          </a:p>
          <a:p>
            <a:pPr lvl="1"/>
            <a:r>
              <a:rPr lang="en-US" sz="2400" i="1" dirty="0" smtClean="0"/>
              <a:t>interface</a:t>
            </a:r>
            <a:r>
              <a:rPr lang="en-US" sz="2400" dirty="0" smtClean="0"/>
              <a:t> </a:t>
            </a:r>
            <a:r>
              <a:rPr lang="en-US" sz="2400" dirty="0" err="1" smtClean="0"/>
              <a:t>InterfaceName</a:t>
            </a:r>
            <a:r>
              <a:rPr lang="en-US" sz="2400" dirty="0" smtClean="0"/>
              <a:t> {</a:t>
            </a:r>
          </a:p>
          <a:p>
            <a:pPr lvl="1">
              <a:buNone/>
            </a:pPr>
            <a:r>
              <a:rPr lang="en-US" sz="2400" dirty="0" smtClean="0"/>
              <a:t>	</a:t>
            </a:r>
            <a:r>
              <a:rPr lang="en-US" sz="2400" i="1" dirty="0" smtClean="0"/>
              <a:t>default</a:t>
            </a:r>
            <a:r>
              <a:rPr lang="en-US" sz="2400" dirty="0" smtClean="0"/>
              <a:t> type </a:t>
            </a:r>
            <a:r>
              <a:rPr lang="en-US" sz="2400" dirty="0" err="1" smtClean="0"/>
              <a:t>methodName</a:t>
            </a:r>
            <a:r>
              <a:rPr lang="en-US" sz="2400" dirty="0" smtClean="0"/>
              <a:t>([</a:t>
            </a:r>
            <a:r>
              <a:rPr lang="en-US" sz="2400" dirty="0" err="1" smtClean="0"/>
              <a:t>paramList</a:t>
            </a:r>
            <a:r>
              <a:rPr lang="en-US" sz="2400" dirty="0" smtClean="0"/>
              <a:t>]){</a:t>
            </a:r>
            <a:endParaRPr lang="en-US" sz="2400" dirty="0"/>
          </a:p>
          <a:p>
            <a:pPr lvl="1">
              <a:buNone/>
            </a:pPr>
            <a:r>
              <a:rPr lang="en-US" sz="2400" dirty="0" smtClean="0"/>
              <a:t>	</a:t>
            </a:r>
          </a:p>
          <a:p>
            <a:pPr lvl="1">
              <a:buNone/>
            </a:pPr>
            <a:r>
              <a:rPr lang="en-US" sz="2400" dirty="0"/>
              <a:t>	</a:t>
            </a:r>
            <a:r>
              <a:rPr lang="en-US" sz="2400" dirty="0" smtClean="0"/>
              <a:t>//</a:t>
            </a:r>
            <a:r>
              <a:rPr lang="en-US" sz="2400" b="1" dirty="0" smtClean="0"/>
              <a:t>body of the method</a:t>
            </a:r>
          </a:p>
          <a:p>
            <a:pPr lvl="1">
              <a:buNone/>
            </a:pPr>
            <a:r>
              <a:rPr lang="en-US" sz="2400" dirty="0"/>
              <a:t>	</a:t>
            </a:r>
            <a:r>
              <a:rPr lang="en-US" sz="2400" dirty="0" smtClean="0"/>
              <a:t>}</a:t>
            </a:r>
          </a:p>
          <a:p>
            <a:pPr lvl="1">
              <a:buNone/>
            </a:pPr>
            <a:r>
              <a:rPr lang="en-US" sz="2400" dirty="0" smtClean="0"/>
              <a:t>The interface can consists of any number of </a:t>
            </a:r>
            <a:r>
              <a:rPr lang="en-US" sz="2400" i="1" dirty="0" smtClean="0"/>
              <a:t>default methods</a:t>
            </a:r>
            <a:endParaRPr lang="en-IN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Lambda Expression example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LambdaDemo.java</a:t>
            </a:r>
          </a:p>
          <a:p>
            <a:r>
              <a:rPr lang="en-US" sz="2800" b="1" dirty="0" smtClean="0"/>
              <a:t>LabmdaDemo1.java</a:t>
            </a:r>
            <a:r>
              <a:rPr lang="en-US" sz="2800" dirty="0" smtClean="0"/>
              <a:t>  [Lambda expression and Block Lambda]</a:t>
            </a:r>
          </a:p>
          <a:p>
            <a:r>
              <a:rPr lang="en-US" sz="2800" dirty="0" smtClean="0"/>
              <a:t>Lambda  and Exceptions</a:t>
            </a:r>
          </a:p>
          <a:p>
            <a:r>
              <a:rPr lang="en-US" sz="2800" b="1" dirty="0" smtClean="0"/>
              <a:t>LambdaExceptionDemo.java</a:t>
            </a:r>
          </a:p>
          <a:p>
            <a:r>
              <a:rPr lang="en-US" sz="2800" dirty="0" smtClean="0"/>
              <a:t>Passing Lambda Expressions as argument</a:t>
            </a:r>
          </a:p>
          <a:p>
            <a:r>
              <a:rPr lang="en-US" sz="2800" b="1" dirty="0" smtClean="0"/>
              <a:t>LambdaAsParamDemo.java</a:t>
            </a:r>
          </a:p>
          <a:p>
            <a:r>
              <a:rPr lang="en-US" sz="2800" b="1" dirty="0" smtClean="0"/>
              <a:t>LambdaAsArgumentsDemo.java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400</Words>
  <Application>Microsoft Office PowerPoint</Application>
  <PresentationFormat>On-screen Show (4:3)</PresentationFormat>
  <Paragraphs>76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Lambda Expressions</vt:lpstr>
      <vt:lpstr>Introduction</vt:lpstr>
      <vt:lpstr>Lambda Expressions</vt:lpstr>
      <vt:lpstr>Functional Interface</vt:lpstr>
      <vt:lpstr>Lambda Expressions</vt:lpstr>
      <vt:lpstr>Types of Lambda Expressions</vt:lpstr>
      <vt:lpstr>Functional Interface</vt:lpstr>
      <vt:lpstr>Lambda Expression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Rajashekharaiah</cp:lastModifiedBy>
  <cp:revision>23</cp:revision>
  <dcterms:created xsi:type="dcterms:W3CDTF">2019-11-10T07:49:38Z</dcterms:created>
  <dcterms:modified xsi:type="dcterms:W3CDTF">2026-05-03T11:43:14Z</dcterms:modified>
</cp:coreProperties>
</file>